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8.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2.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6.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70" r:id="rId4"/>
  </p:sldMasterIdLst>
  <p:notesMasterIdLst>
    <p:notesMasterId r:id="rId21"/>
  </p:notesMasterIdLst>
  <p:handoutMasterIdLst>
    <p:handoutMasterId r:id="rId22"/>
  </p:handoutMasterIdLst>
  <p:sldIdLst>
    <p:sldId id="2561" r:id="rId5"/>
    <p:sldId id="1026" r:id="rId6"/>
    <p:sldId id="2147478923" r:id="rId7"/>
    <p:sldId id="2563" r:id="rId8"/>
    <p:sldId id="2565" r:id="rId9"/>
    <p:sldId id="2566" r:id="rId10"/>
    <p:sldId id="2568" r:id="rId11"/>
    <p:sldId id="2569" r:id="rId12"/>
    <p:sldId id="2578" r:id="rId13"/>
    <p:sldId id="2571" r:id="rId14"/>
    <p:sldId id="2572" r:id="rId15"/>
    <p:sldId id="2580" r:id="rId16"/>
    <p:sldId id="2577" r:id="rId17"/>
    <p:sldId id="2574" r:id="rId18"/>
    <p:sldId id="2575" r:id="rId19"/>
    <p:sldId id="2579" r:id="rId20"/>
  </p:sldIdLst>
  <p:sldSz cx="12192000" cy="6858000"/>
  <p:notesSz cx="6858000" cy="9144000"/>
  <p:defaultTextStyle>
    <a:defPPr>
      <a:defRPr lang="en-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pec-Driven Development: Moving Beyond Vibe Coding" id="{ED2BB2F7-31F3-48AC-8A09-28974C70C691}">
          <p14:sldIdLst>
            <p14:sldId id="2561"/>
            <p14:sldId id="1026"/>
          </p14:sldIdLst>
        </p14:section>
        <p14:section name="Context and Motivation" id="{48B1CB8D-1EC1-40DC-9072-87A2E8B3A3FF}">
          <p14:sldIdLst>
            <p14:sldId id="2147478923"/>
            <p14:sldId id="2563"/>
          </p14:sldIdLst>
        </p14:section>
        <p14:section name="The Problem Space" id="{8ED28662-AA03-4160-9376-FD1BC7F8B153}">
          <p14:sldIdLst>
            <p14:sldId id="2565"/>
            <p14:sldId id="2566"/>
          </p14:sldIdLst>
        </p14:section>
        <p14:section name="Spec-Driven Development Foundations" id="{1C6942E1-B194-42C9-A908-7820DE182C86}">
          <p14:sldIdLst>
            <p14:sldId id="2568"/>
            <p14:sldId id="2569"/>
            <p14:sldId id="2578"/>
          </p14:sldIdLst>
        </p14:section>
        <p14:section name="OpenSpec" id="{C8BBC3FA-8B6E-4CD8-937B-91997DE75725}">
          <p14:sldIdLst>
            <p14:sldId id="2571"/>
            <p14:sldId id="2572"/>
            <p14:sldId id="2580"/>
          </p14:sldIdLst>
        </p14:section>
        <p14:section name="Summary and Takeaways" id="{19F68D96-DA6F-4F7C-8E15-C63DF90012E1}">
          <p14:sldIdLst>
            <p14:sldId id="2577"/>
          </p14:sldIdLst>
        </p14:section>
        <p14:section name="BMAD" id="{865C468D-A2BC-4062-A799-7F82ABC928E4}">
          <p14:sldIdLst>
            <p14:sldId id="2574"/>
            <p14:sldId id="2575"/>
            <p14:sldId id="2579"/>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1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937C15-2CE0-4681-B705-B130679966DD}" v="67" dt="2026-04-22T19:06:45.139"/>
    <p1510:client id="{50562E53-32A8-4C18-8AF6-660D726E948E}" v="1" dt="2026-04-22T20:03:55.4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23" autoAdjust="0"/>
    <p:restoredTop sz="70218" autoAdjust="0"/>
  </p:normalViewPr>
  <p:slideViewPr>
    <p:cSldViewPr showGuides="1">
      <p:cViewPr varScale="1">
        <p:scale>
          <a:sx n="77" d="100"/>
          <a:sy n="77" d="100"/>
        </p:scale>
        <p:origin x="1890" y="96"/>
      </p:cViewPr>
      <p:guideLst>
        <p:guide orient="horz" pos="2160"/>
        <p:guide pos="3840"/>
      </p:guideLst>
    </p:cSldViewPr>
  </p:slideViewPr>
  <p:notesTextViewPr>
    <p:cViewPr>
      <p:scale>
        <a:sx n="3" d="2"/>
        <a:sy n="3" d="2"/>
      </p:scale>
      <p:origin x="0" y="0"/>
    </p:cViewPr>
  </p:notesTextViewPr>
  <p:sorterViewPr>
    <p:cViewPr>
      <p:scale>
        <a:sx n="100" d="100"/>
        <a:sy n="100" d="100"/>
      </p:scale>
      <p:origin x="0" y="-21892"/>
    </p:cViewPr>
  </p:sorterViewPr>
  <p:notesViewPr>
    <p:cSldViewPr>
      <p:cViewPr varScale="1">
        <p:scale>
          <a:sx n="90" d="100"/>
          <a:sy n="90" d="100"/>
        </p:scale>
        <p:origin x="2920" y="21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Glisson" userId="d3cdc39d-b556-4210-8cc0-cd09338c0867" providerId="ADAL" clId="{00B897F1-78EF-464A-A35C-800928D02ADA}"/>
    <pc:docChg chg="undo redo custSel addSld modSld sldOrd modSection">
      <pc:chgData name="John Glisson" userId="d3cdc39d-b556-4210-8cc0-cd09338c0867" providerId="ADAL" clId="{00B897F1-78EF-464A-A35C-800928D02ADA}" dt="2026-04-22T21:13:54.194" v="3259" actId="20577"/>
      <pc:docMkLst>
        <pc:docMk/>
      </pc:docMkLst>
      <pc:sldChg chg="modSp mod">
        <pc:chgData name="John Glisson" userId="d3cdc39d-b556-4210-8cc0-cd09338c0867" providerId="ADAL" clId="{00B897F1-78EF-464A-A35C-800928D02ADA}" dt="2026-04-22T19:53:52.117" v="3177" actId="20577"/>
        <pc:sldMkLst>
          <pc:docMk/>
          <pc:sldMk cId="3044921936" sldId="1026"/>
        </pc:sldMkLst>
        <pc:spChg chg="mod">
          <ac:chgData name="John Glisson" userId="d3cdc39d-b556-4210-8cc0-cd09338c0867" providerId="ADAL" clId="{00B897F1-78EF-464A-A35C-800928D02ADA}" dt="2026-04-22T19:53:52.117" v="3177" actId="20577"/>
          <ac:spMkLst>
            <pc:docMk/>
            <pc:sldMk cId="3044921936" sldId="1026"/>
            <ac:spMk id="3" creationId="{74F8FA87-186D-4F24-94C0-99F1FF14EC62}"/>
          </ac:spMkLst>
        </pc:spChg>
      </pc:sldChg>
      <pc:sldChg chg="modSp mod">
        <pc:chgData name="John Glisson" userId="d3cdc39d-b556-4210-8cc0-cd09338c0867" providerId="ADAL" clId="{00B897F1-78EF-464A-A35C-800928D02ADA}" dt="2026-04-22T19:54:43.044" v="3194" actId="20577"/>
        <pc:sldMkLst>
          <pc:docMk/>
          <pc:sldMk cId="3075573861" sldId="2563"/>
        </pc:sldMkLst>
        <pc:graphicFrameChg chg="modGraphic">
          <ac:chgData name="John Glisson" userId="d3cdc39d-b556-4210-8cc0-cd09338c0867" providerId="ADAL" clId="{00B897F1-78EF-464A-A35C-800928D02ADA}" dt="2026-04-22T19:54:43.044" v="3194" actId="20577"/>
          <ac:graphicFrameMkLst>
            <pc:docMk/>
            <pc:sldMk cId="3075573861" sldId="2563"/>
            <ac:graphicFrameMk id="3" creationId="{3DDD4857-5F0C-9B48-74B7-1E4B4554CDAE}"/>
          </ac:graphicFrameMkLst>
        </pc:graphicFrameChg>
      </pc:sldChg>
      <pc:sldChg chg="modSp mod modNotesTx">
        <pc:chgData name="John Glisson" userId="d3cdc39d-b556-4210-8cc0-cd09338c0867" providerId="ADAL" clId="{00B897F1-78EF-464A-A35C-800928D02ADA}" dt="2026-04-22T19:06:45.139" v="1859" actId="313"/>
        <pc:sldMkLst>
          <pc:docMk/>
          <pc:sldMk cId="4266084315" sldId="2565"/>
        </pc:sldMkLst>
        <pc:spChg chg="mod">
          <ac:chgData name="John Glisson" userId="d3cdc39d-b556-4210-8cc0-cd09338c0867" providerId="ADAL" clId="{00B897F1-78EF-464A-A35C-800928D02ADA}" dt="2026-04-22T19:06:45.139" v="1859" actId="313"/>
          <ac:spMkLst>
            <pc:docMk/>
            <pc:sldMk cId="4266084315" sldId="2565"/>
            <ac:spMk id="4" creationId="{41F282BA-9D25-E9AB-4B73-0D3E1E12C3C8}"/>
          </ac:spMkLst>
        </pc:spChg>
      </pc:sldChg>
      <pc:sldChg chg="modNotesTx">
        <pc:chgData name="John Glisson" userId="d3cdc39d-b556-4210-8cc0-cd09338c0867" providerId="ADAL" clId="{00B897F1-78EF-464A-A35C-800928D02ADA}" dt="2026-04-22T20:20:59.043" v="3245" actId="6549"/>
        <pc:sldMkLst>
          <pc:docMk/>
          <pc:sldMk cId="2036418185" sldId="2569"/>
        </pc:sldMkLst>
      </pc:sldChg>
      <pc:sldChg chg="addSp modSp mod modAnim modNotesTx">
        <pc:chgData name="John Glisson" userId="d3cdc39d-b556-4210-8cc0-cd09338c0867" providerId="ADAL" clId="{00B897F1-78EF-464A-A35C-800928D02ADA}" dt="2026-04-22T21:13:54.194" v="3259" actId="20577"/>
        <pc:sldMkLst>
          <pc:docMk/>
          <pc:sldMk cId="3234446804" sldId="2572"/>
        </pc:sldMkLst>
        <pc:spChg chg="mod">
          <ac:chgData name="John Glisson" userId="d3cdc39d-b556-4210-8cc0-cd09338c0867" providerId="ADAL" clId="{00B897F1-78EF-464A-A35C-800928D02ADA}" dt="2026-04-16T23:58:08.237" v="1811" actId="20577"/>
          <ac:spMkLst>
            <pc:docMk/>
            <pc:sldMk cId="3234446804" sldId="2572"/>
            <ac:spMk id="4" creationId="{7C92CE81-B93E-963F-B4D1-3A7A89FF5329}"/>
          </ac:spMkLst>
        </pc:spChg>
        <pc:spChg chg="mod">
          <ac:chgData name="John Glisson" userId="d3cdc39d-b556-4210-8cc0-cd09338c0867" providerId="ADAL" clId="{00B897F1-78EF-464A-A35C-800928D02ADA}" dt="2026-04-16T23:58:19.847" v="1813" actId="14100"/>
          <ac:spMkLst>
            <pc:docMk/>
            <pc:sldMk cId="3234446804" sldId="2572"/>
            <ac:spMk id="5" creationId="{73ADC9FD-26ED-399B-ECA6-13065F0F595C}"/>
          </ac:spMkLst>
        </pc:spChg>
        <pc:graphicFrameChg chg="modGraphic">
          <ac:chgData name="John Glisson" userId="d3cdc39d-b556-4210-8cc0-cd09338c0867" providerId="ADAL" clId="{00B897F1-78EF-464A-A35C-800928D02ADA}" dt="2026-04-22T21:13:54.194" v="3259" actId="20577"/>
          <ac:graphicFrameMkLst>
            <pc:docMk/>
            <pc:sldMk cId="3234446804" sldId="2572"/>
            <ac:graphicFrameMk id="7" creationId="{7C113EC9-EF42-60EE-F563-3E1AAD46102E}"/>
          </ac:graphicFrameMkLst>
        </pc:graphicFrameChg>
      </pc:sldChg>
      <pc:sldChg chg="modSp mod ord addAnim delAnim modNotesTx">
        <pc:chgData name="John Glisson" userId="d3cdc39d-b556-4210-8cc0-cd09338c0867" providerId="ADAL" clId="{00B897F1-78EF-464A-A35C-800928D02ADA}" dt="2026-04-22T19:32:43.328" v="3156" actId="20577"/>
        <pc:sldMkLst>
          <pc:docMk/>
          <pc:sldMk cId="2003505883" sldId="2577"/>
        </pc:sldMkLst>
      </pc:sldChg>
      <pc:sldChg chg="modNotesTx">
        <pc:chgData name="John Glisson" userId="d3cdc39d-b556-4210-8cc0-cd09338c0867" providerId="ADAL" clId="{00B897F1-78EF-464A-A35C-800928D02ADA}" dt="2026-04-22T19:14:26.737" v="2041" actId="113"/>
        <pc:sldMkLst>
          <pc:docMk/>
          <pc:sldMk cId="2683980845" sldId="2578"/>
        </pc:sldMkLst>
      </pc:sldChg>
      <pc:sldChg chg="modSp mod modNotesTx">
        <pc:chgData name="John Glisson" userId="d3cdc39d-b556-4210-8cc0-cd09338c0867" providerId="ADAL" clId="{00B897F1-78EF-464A-A35C-800928D02ADA}" dt="2026-04-22T19:31:28.955" v="3073" actId="20577"/>
        <pc:sldMkLst>
          <pc:docMk/>
          <pc:sldMk cId="2297229415" sldId="2580"/>
        </pc:sldMkLst>
        <pc:spChg chg="mod">
          <ac:chgData name="John Glisson" userId="d3cdc39d-b556-4210-8cc0-cd09338c0867" providerId="ADAL" clId="{00B897F1-78EF-464A-A35C-800928D02ADA}" dt="2026-04-22T19:31:28.955" v="3073" actId="20577"/>
          <ac:spMkLst>
            <pc:docMk/>
            <pc:sldMk cId="2297229415" sldId="2580"/>
            <ac:spMk id="2" creationId="{4D7D5B97-10E5-F868-13AA-7736718E37B3}"/>
          </ac:spMkLst>
        </pc:spChg>
        <pc:spChg chg="mod">
          <ac:chgData name="John Glisson" userId="d3cdc39d-b556-4210-8cc0-cd09338c0867" providerId="ADAL" clId="{00B897F1-78EF-464A-A35C-800928D02ADA}" dt="2026-04-16T20:18:55.146" v="1755" actId="6549"/>
          <ac:spMkLst>
            <pc:docMk/>
            <pc:sldMk cId="2297229415" sldId="2580"/>
            <ac:spMk id="4" creationId="{BAFCC81E-2267-7409-4873-7C1FD4FCB5A4}"/>
          </ac:spMkLst>
        </pc:spChg>
        <pc:graphicFrameChg chg="modGraphic">
          <ac:chgData name="John Glisson" userId="d3cdc39d-b556-4210-8cc0-cd09338c0867" providerId="ADAL" clId="{00B897F1-78EF-464A-A35C-800928D02ADA}" dt="2026-04-16T20:19:51.589" v="1803" actId="20577"/>
          <ac:graphicFrameMkLst>
            <pc:docMk/>
            <pc:sldMk cId="2297229415" sldId="2580"/>
            <ac:graphicFrameMk id="6" creationId="{56BA42CF-3AB7-94A5-907F-1F0ECC4E6EAC}"/>
          </ac:graphicFrameMkLst>
        </pc:graphicFrameChg>
      </pc:sldChg>
      <pc:sldChg chg="add ord">
        <pc:chgData name="John Glisson" userId="d3cdc39d-b556-4210-8cc0-cd09338c0867" providerId="ADAL" clId="{00B897F1-78EF-464A-A35C-800928D02ADA}" dt="2026-04-22T20:04:22.489" v="3199"/>
        <pc:sldMkLst>
          <pc:docMk/>
          <pc:sldMk cId="1615336364" sldId="2147478923"/>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4">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5">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6">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7">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8">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9">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B680330-2569-4A4F-9D9B-4F1E75EE02D8}" type="doc">
      <dgm:prSet loTypeId="urn:microsoft.com/office/officeart/2008/layout/LinedList" loCatId="list" qsTypeId="urn:microsoft.com/office/officeart/2005/8/quickstyle/simple1#2" qsCatId="simple" csTypeId="urn:microsoft.com/office/officeart/2005/8/colors/accent1_2#2" csCatId="accent1" phldr="1"/>
      <dgm:spPr/>
      <dgm:t>
        <a:bodyPr/>
        <a:lstStyle/>
        <a:p>
          <a:endParaRPr lang="en-US"/>
        </a:p>
      </dgm:t>
    </dgm:pt>
    <dgm:pt modelId="{D56BFA31-7EB8-492A-B899-09BB888C00C7}">
      <dgm:prSet/>
      <dgm:spPr/>
      <dgm:t>
        <a:bodyPr/>
        <a:lstStyle/>
        <a:p>
          <a:r>
            <a:rPr lang="en-US" dirty="0"/>
            <a:t>Define Vibe Coding</a:t>
          </a:r>
        </a:p>
      </dgm:t>
    </dgm:pt>
    <dgm:pt modelId="{E5D980EB-5FF1-46FE-AB86-8F01FE677AA4}" type="parTrans" cxnId="{846DFEC7-31AF-42B4-88CE-FA998116E193}">
      <dgm:prSet/>
      <dgm:spPr/>
      <dgm:t>
        <a:bodyPr/>
        <a:lstStyle/>
        <a:p>
          <a:endParaRPr lang="en-US"/>
        </a:p>
      </dgm:t>
    </dgm:pt>
    <dgm:pt modelId="{326CBA36-8988-4C88-888E-B8EA27A7513C}" type="sibTrans" cxnId="{846DFEC7-31AF-42B4-88CE-FA998116E193}">
      <dgm:prSet/>
      <dgm:spPr/>
      <dgm:t>
        <a:bodyPr/>
        <a:lstStyle/>
        <a:p>
          <a:endParaRPr lang="en-US"/>
        </a:p>
      </dgm:t>
    </dgm:pt>
    <dgm:pt modelId="{9500166A-2FE0-4986-842B-80D24563892A}">
      <dgm:prSet/>
      <dgm:spPr/>
      <dgm:t>
        <a:bodyPr/>
        <a:lstStyle/>
        <a:p>
          <a:r>
            <a:rPr lang="en-US" dirty="0"/>
            <a:t>Where does Vibe Coding break down?</a:t>
          </a:r>
        </a:p>
      </dgm:t>
    </dgm:pt>
    <dgm:pt modelId="{B75EB98B-BDE0-48C1-93C8-9AFD0EF575AA}" type="parTrans" cxnId="{85AF4DCA-4B8C-41F1-B61D-AB19A3749B22}">
      <dgm:prSet/>
      <dgm:spPr/>
      <dgm:t>
        <a:bodyPr/>
        <a:lstStyle/>
        <a:p>
          <a:endParaRPr lang="en-US"/>
        </a:p>
      </dgm:t>
    </dgm:pt>
    <dgm:pt modelId="{651051C0-3185-4EBB-9938-26921B63B2AC}" type="sibTrans" cxnId="{85AF4DCA-4B8C-41F1-B61D-AB19A3749B22}">
      <dgm:prSet/>
      <dgm:spPr/>
      <dgm:t>
        <a:bodyPr/>
        <a:lstStyle/>
        <a:p>
          <a:endParaRPr lang="en-US"/>
        </a:p>
      </dgm:t>
    </dgm:pt>
    <dgm:pt modelId="{CEDF2F90-B846-4D97-A6C6-B33BE3877A1D}">
      <dgm:prSet/>
      <dgm:spPr/>
      <dgm:t>
        <a:bodyPr/>
        <a:lstStyle/>
        <a:p>
          <a:r>
            <a:rPr lang="en-US" dirty="0"/>
            <a:t>Introduce Spec-Driven Development (SDD)</a:t>
          </a:r>
        </a:p>
      </dgm:t>
    </dgm:pt>
    <dgm:pt modelId="{DDEB4E62-7D12-41B9-9802-B6934AFCD69D}" type="parTrans" cxnId="{3FFD429A-4BF9-48E8-8688-7B3340BB1239}">
      <dgm:prSet/>
      <dgm:spPr/>
      <dgm:t>
        <a:bodyPr/>
        <a:lstStyle/>
        <a:p>
          <a:endParaRPr lang="en-US"/>
        </a:p>
      </dgm:t>
    </dgm:pt>
    <dgm:pt modelId="{48E91473-31EA-4258-982F-2477E78217CB}" type="sibTrans" cxnId="{3FFD429A-4BF9-48E8-8688-7B3340BB1239}">
      <dgm:prSet/>
      <dgm:spPr/>
      <dgm:t>
        <a:bodyPr/>
        <a:lstStyle/>
        <a:p>
          <a:endParaRPr lang="en-US"/>
        </a:p>
      </dgm:t>
    </dgm:pt>
    <dgm:pt modelId="{8754AECE-D096-44B5-B8A2-C603C19F97D2}">
      <dgm:prSet/>
      <dgm:spPr/>
      <dgm:t>
        <a:bodyPr/>
        <a:lstStyle/>
        <a:p>
          <a:r>
            <a:rPr lang="en-US" dirty="0"/>
            <a:t>Test-Driven Development (TDD)</a:t>
          </a:r>
        </a:p>
      </dgm:t>
    </dgm:pt>
    <dgm:pt modelId="{6F0ED4DB-A5AD-46A6-B9B6-22E5A0DF46F1}" type="parTrans" cxnId="{299B4572-2529-4678-BA46-CEF40D1C546F}">
      <dgm:prSet/>
      <dgm:spPr/>
      <dgm:t>
        <a:bodyPr/>
        <a:lstStyle/>
        <a:p>
          <a:endParaRPr lang="en-US"/>
        </a:p>
      </dgm:t>
    </dgm:pt>
    <dgm:pt modelId="{CB18CD28-9372-4F34-B2E5-0080C2387921}" type="sibTrans" cxnId="{299B4572-2529-4678-BA46-CEF40D1C546F}">
      <dgm:prSet/>
      <dgm:spPr/>
      <dgm:t>
        <a:bodyPr/>
        <a:lstStyle/>
        <a:p>
          <a:endParaRPr lang="en-US"/>
        </a:p>
      </dgm:t>
    </dgm:pt>
    <dgm:pt modelId="{8074DCC7-01E8-4609-B6BC-57D01EDE7B80}">
      <dgm:prSet/>
      <dgm:spPr/>
      <dgm:t>
        <a:bodyPr/>
        <a:lstStyle/>
        <a:p>
          <a:r>
            <a:rPr lang="en-US" dirty="0"/>
            <a:t>Introduce </a:t>
          </a:r>
          <a:r>
            <a:rPr lang="en-US" dirty="0" err="1"/>
            <a:t>OpenSpec</a:t>
          </a:r>
          <a:endParaRPr lang="en-US" dirty="0"/>
        </a:p>
      </dgm:t>
    </dgm:pt>
    <dgm:pt modelId="{6F39F40D-A3CF-4296-BEBE-94C1B932E299}" type="parTrans" cxnId="{F03AF47B-140B-4E1E-ADC8-14DA872B8C22}">
      <dgm:prSet/>
      <dgm:spPr/>
      <dgm:t>
        <a:bodyPr/>
        <a:lstStyle/>
        <a:p>
          <a:endParaRPr lang="en-US"/>
        </a:p>
      </dgm:t>
    </dgm:pt>
    <dgm:pt modelId="{BCBA5226-9C8E-4CAA-B79E-2AF1123D1A6C}" type="sibTrans" cxnId="{F03AF47B-140B-4E1E-ADC8-14DA872B8C22}">
      <dgm:prSet/>
      <dgm:spPr/>
      <dgm:t>
        <a:bodyPr/>
        <a:lstStyle/>
        <a:p>
          <a:endParaRPr lang="en-US"/>
        </a:p>
      </dgm:t>
    </dgm:pt>
    <dgm:pt modelId="{32FBCDA1-51C9-4F6D-A4B0-88E2180DF09A}">
      <dgm:prSet/>
      <dgm:spPr/>
      <dgm:t>
        <a:bodyPr/>
        <a:lstStyle/>
        <a:p>
          <a:r>
            <a:rPr lang="en-US" dirty="0" err="1"/>
            <a:t>OpenSpec</a:t>
          </a:r>
          <a:r>
            <a:rPr lang="en-US" dirty="0"/>
            <a:t> Demo</a:t>
          </a:r>
        </a:p>
      </dgm:t>
    </dgm:pt>
    <dgm:pt modelId="{BE07D02D-CD57-432B-B3A9-CA496282E4A9}" type="parTrans" cxnId="{CCF1328F-2BD8-41DC-B451-24F641D55CFF}">
      <dgm:prSet/>
      <dgm:spPr/>
      <dgm:t>
        <a:bodyPr/>
        <a:lstStyle/>
        <a:p>
          <a:endParaRPr lang="en-US"/>
        </a:p>
      </dgm:t>
    </dgm:pt>
    <dgm:pt modelId="{6A1C33B6-A18B-47E7-A46F-64DF4D89FCFC}" type="sibTrans" cxnId="{CCF1328F-2BD8-41DC-B451-24F641D55CFF}">
      <dgm:prSet/>
      <dgm:spPr/>
      <dgm:t>
        <a:bodyPr/>
        <a:lstStyle/>
        <a:p>
          <a:endParaRPr lang="en-US"/>
        </a:p>
      </dgm:t>
    </dgm:pt>
    <dgm:pt modelId="{767F3034-447F-4C9A-96F9-B3BBC315E1D1}">
      <dgm:prSet/>
      <dgm:spPr/>
      <dgm:t>
        <a:bodyPr/>
        <a:lstStyle/>
        <a:p>
          <a:r>
            <a:rPr lang="en-US" dirty="0" err="1"/>
            <a:t>OpenSpec</a:t>
          </a:r>
          <a:r>
            <a:rPr lang="en-US" dirty="0"/>
            <a:t> Lab</a:t>
          </a:r>
        </a:p>
      </dgm:t>
    </dgm:pt>
    <dgm:pt modelId="{C16709CA-D803-4B96-B90B-F5210795D93C}" type="parTrans" cxnId="{A5998137-9EDB-474C-8E67-5808AA8FB864}">
      <dgm:prSet/>
      <dgm:spPr/>
      <dgm:t>
        <a:bodyPr/>
        <a:lstStyle/>
        <a:p>
          <a:endParaRPr lang="en-US"/>
        </a:p>
      </dgm:t>
    </dgm:pt>
    <dgm:pt modelId="{92626FD2-A677-44B1-B286-273BC7298103}" type="sibTrans" cxnId="{A5998137-9EDB-474C-8E67-5808AA8FB864}">
      <dgm:prSet/>
      <dgm:spPr/>
      <dgm:t>
        <a:bodyPr/>
        <a:lstStyle/>
        <a:p>
          <a:endParaRPr lang="en-US"/>
        </a:p>
      </dgm:t>
    </dgm:pt>
    <dgm:pt modelId="{D5EB7D65-03A1-40A8-A1D9-7FA983E26A85}">
      <dgm:prSet/>
      <dgm:spPr/>
      <dgm:t>
        <a:bodyPr/>
        <a:lstStyle/>
        <a:p>
          <a:r>
            <a:rPr lang="en-US" dirty="0"/>
            <a:t>Introduce BMAD (as </a:t>
          </a:r>
          <a:r>
            <a:rPr lang="en-US"/>
            <a:t>time allows)</a:t>
          </a:r>
          <a:endParaRPr lang="en-US" dirty="0"/>
        </a:p>
      </dgm:t>
    </dgm:pt>
    <dgm:pt modelId="{9F22DD10-B56C-4591-A22B-353F5884F8A3}" type="parTrans" cxnId="{E2ADE59D-144E-499A-8629-46812041D915}">
      <dgm:prSet/>
      <dgm:spPr/>
      <dgm:t>
        <a:bodyPr/>
        <a:lstStyle/>
        <a:p>
          <a:endParaRPr lang="en-US"/>
        </a:p>
      </dgm:t>
    </dgm:pt>
    <dgm:pt modelId="{DAC500DD-4CA6-4D8E-AA29-81C644F1B783}" type="sibTrans" cxnId="{E2ADE59D-144E-499A-8629-46812041D915}">
      <dgm:prSet/>
      <dgm:spPr/>
      <dgm:t>
        <a:bodyPr/>
        <a:lstStyle/>
        <a:p>
          <a:endParaRPr lang="en-US"/>
        </a:p>
      </dgm:t>
    </dgm:pt>
    <dgm:pt modelId="{885CA3E2-EEBB-4316-83AA-0694E9F7F2AC}" type="pres">
      <dgm:prSet presAssocID="{8B680330-2569-4A4F-9D9B-4F1E75EE02D8}" presName="vert0" presStyleCnt="0">
        <dgm:presLayoutVars>
          <dgm:dir/>
          <dgm:animOne val="branch"/>
          <dgm:animLvl val="lvl"/>
        </dgm:presLayoutVars>
      </dgm:prSet>
      <dgm:spPr/>
    </dgm:pt>
    <dgm:pt modelId="{42BFD82F-2C91-47A0-A661-2F8EB66C8B4C}" type="pres">
      <dgm:prSet presAssocID="{D56BFA31-7EB8-492A-B899-09BB888C00C7}" presName="thickLine" presStyleLbl="alignNode1" presStyleIdx="0" presStyleCnt="8"/>
      <dgm:spPr/>
    </dgm:pt>
    <dgm:pt modelId="{52793359-A8E5-436D-9DF0-6CF68FC9F322}" type="pres">
      <dgm:prSet presAssocID="{D56BFA31-7EB8-492A-B899-09BB888C00C7}" presName="horz1" presStyleCnt="0"/>
      <dgm:spPr/>
    </dgm:pt>
    <dgm:pt modelId="{8A17F1DA-9CB7-4BDD-8153-496923ED66CE}" type="pres">
      <dgm:prSet presAssocID="{D56BFA31-7EB8-492A-B899-09BB888C00C7}" presName="tx1" presStyleLbl="revTx" presStyleIdx="0" presStyleCnt="8"/>
      <dgm:spPr/>
    </dgm:pt>
    <dgm:pt modelId="{8B4C590B-13CE-4274-95CE-DD07A46F5A47}" type="pres">
      <dgm:prSet presAssocID="{D56BFA31-7EB8-492A-B899-09BB888C00C7}" presName="vert1" presStyleCnt="0"/>
      <dgm:spPr/>
    </dgm:pt>
    <dgm:pt modelId="{065B2482-880A-431A-A08B-3531DCA13A51}" type="pres">
      <dgm:prSet presAssocID="{9500166A-2FE0-4986-842B-80D24563892A}" presName="thickLine" presStyleLbl="alignNode1" presStyleIdx="1" presStyleCnt="8"/>
      <dgm:spPr/>
    </dgm:pt>
    <dgm:pt modelId="{203EB14E-6FC3-447D-A74A-3DE8FB3F1CB9}" type="pres">
      <dgm:prSet presAssocID="{9500166A-2FE0-4986-842B-80D24563892A}" presName="horz1" presStyleCnt="0"/>
      <dgm:spPr/>
    </dgm:pt>
    <dgm:pt modelId="{BFE76E57-4B0C-442C-AF14-646BBE368FED}" type="pres">
      <dgm:prSet presAssocID="{9500166A-2FE0-4986-842B-80D24563892A}" presName="tx1" presStyleLbl="revTx" presStyleIdx="1" presStyleCnt="8"/>
      <dgm:spPr/>
    </dgm:pt>
    <dgm:pt modelId="{FBADFCE0-EAC5-40C7-8915-B5D09434C386}" type="pres">
      <dgm:prSet presAssocID="{9500166A-2FE0-4986-842B-80D24563892A}" presName="vert1" presStyleCnt="0"/>
      <dgm:spPr/>
    </dgm:pt>
    <dgm:pt modelId="{2BA45286-2A42-4062-A89F-997143B6ABF1}" type="pres">
      <dgm:prSet presAssocID="{CEDF2F90-B846-4D97-A6C6-B33BE3877A1D}" presName="thickLine" presStyleLbl="alignNode1" presStyleIdx="2" presStyleCnt="8"/>
      <dgm:spPr/>
    </dgm:pt>
    <dgm:pt modelId="{0984FE91-319A-4869-9269-614FEFB1DC18}" type="pres">
      <dgm:prSet presAssocID="{CEDF2F90-B846-4D97-A6C6-B33BE3877A1D}" presName="horz1" presStyleCnt="0"/>
      <dgm:spPr/>
    </dgm:pt>
    <dgm:pt modelId="{46249048-7BB0-4FC0-B2D1-3CABCC67DAD0}" type="pres">
      <dgm:prSet presAssocID="{CEDF2F90-B846-4D97-A6C6-B33BE3877A1D}" presName="tx1" presStyleLbl="revTx" presStyleIdx="2" presStyleCnt="8"/>
      <dgm:spPr/>
    </dgm:pt>
    <dgm:pt modelId="{7A9BD2FE-74EF-4DF8-A089-B715BA68D284}" type="pres">
      <dgm:prSet presAssocID="{CEDF2F90-B846-4D97-A6C6-B33BE3877A1D}" presName="vert1" presStyleCnt="0"/>
      <dgm:spPr/>
    </dgm:pt>
    <dgm:pt modelId="{6C12CDCF-F74A-4916-A064-3E21BBA2ADA2}" type="pres">
      <dgm:prSet presAssocID="{8754AECE-D096-44B5-B8A2-C603C19F97D2}" presName="thickLine" presStyleLbl="alignNode1" presStyleIdx="3" presStyleCnt="8"/>
      <dgm:spPr/>
    </dgm:pt>
    <dgm:pt modelId="{C714DD35-C54D-49EF-9E87-99272174966A}" type="pres">
      <dgm:prSet presAssocID="{8754AECE-D096-44B5-B8A2-C603C19F97D2}" presName="horz1" presStyleCnt="0"/>
      <dgm:spPr/>
    </dgm:pt>
    <dgm:pt modelId="{709F54C2-D146-4D83-89F3-F9C0A9B3CC04}" type="pres">
      <dgm:prSet presAssocID="{8754AECE-D096-44B5-B8A2-C603C19F97D2}" presName="tx1" presStyleLbl="revTx" presStyleIdx="3" presStyleCnt="8"/>
      <dgm:spPr/>
    </dgm:pt>
    <dgm:pt modelId="{CBC28A65-D4C7-47AB-8DA7-F4DCA2323AE5}" type="pres">
      <dgm:prSet presAssocID="{8754AECE-D096-44B5-B8A2-C603C19F97D2}" presName="vert1" presStyleCnt="0"/>
      <dgm:spPr/>
    </dgm:pt>
    <dgm:pt modelId="{1ACBF6D0-6906-4AFA-A5BE-3EDCD26BD55F}" type="pres">
      <dgm:prSet presAssocID="{8074DCC7-01E8-4609-B6BC-57D01EDE7B80}" presName="thickLine" presStyleLbl="alignNode1" presStyleIdx="4" presStyleCnt="8"/>
      <dgm:spPr/>
    </dgm:pt>
    <dgm:pt modelId="{C6B0370F-0864-4B95-B4BC-40FEE53A3B77}" type="pres">
      <dgm:prSet presAssocID="{8074DCC7-01E8-4609-B6BC-57D01EDE7B80}" presName="horz1" presStyleCnt="0"/>
      <dgm:spPr/>
    </dgm:pt>
    <dgm:pt modelId="{9B927D93-9A58-4910-8F60-4D5F0BF17874}" type="pres">
      <dgm:prSet presAssocID="{8074DCC7-01E8-4609-B6BC-57D01EDE7B80}" presName="tx1" presStyleLbl="revTx" presStyleIdx="4" presStyleCnt="8"/>
      <dgm:spPr/>
    </dgm:pt>
    <dgm:pt modelId="{02FCDD16-5269-4122-A1A0-F7B3FFED6A36}" type="pres">
      <dgm:prSet presAssocID="{8074DCC7-01E8-4609-B6BC-57D01EDE7B80}" presName="vert1" presStyleCnt="0"/>
      <dgm:spPr/>
    </dgm:pt>
    <dgm:pt modelId="{BAED0765-2867-4546-8DEE-B74E9A9FDFE9}" type="pres">
      <dgm:prSet presAssocID="{32FBCDA1-51C9-4F6D-A4B0-88E2180DF09A}" presName="thickLine" presStyleLbl="alignNode1" presStyleIdx="5" presStyleCnt="8"/>
      <dgm:spPr/>
    </dgm:pt>
    <dgm:pt modelId="{E36C591A-3E36-4ECB-A318-7CF12E4469A9}" type="pres">
      <dgm:prSet presAssocID="{32FBCDA1-51C9-4F6D-A4B0-88E2180DF09A}" presName="horz1" presStyleCnt="0"/>
      <dgm:spPr/>
    </dgm:pt>
    <dgm:pt modelId="{FDE7F73D-4730-41DF-BCF3-B5F8A49BECAB}" type="pres">
      <dgm:prSet presAssocID="{32FBCDA1-51C9-4F6D-A4B0-88E2180DF09A}" presName="tx1" presStyleLbl="revTx" presStyleIdx="5" presStyleCnt="8"/>
      <dgm:spPr/>
    </dgm:pt>
    <dgm:pt modelId="{2DA51144-EF58-40CA-A139-788ED9650195}" type="pres">
      <dgm:prSet presAssocID="{32FBCDA1-51C9-4F6D-A4B0-88E2180DF09A}" presName="vert1" presStyleCnt="0"/>
      <dgm:spPr/>
    </dgm:pt>
    <dgm:pt modelId="{21D1DD06-2C8E-494A-93F9-4704431B9CCF}" type="pres">
      <dgm:prSet presAssocID="{767F3034-447F-4C9A-96F9-B3BBC315E1D1}" presName="thickLine" presStyleLbl="alignNode1" presStyleIdx="6" presStyleCnt="8"/>
      <dgm:spPr/>
    </dgm:pt>
    <dgm:pt modelId="{BD3F1618-5702-448B-99FC-A0B43B09AAAA}" type="pres">
      <dgm:prSet presAssocID="{767F3034-447F-4C9A-96F9-B3BBC315E1D1}" presName="horz1" presStyleCnt="0"/>
      <dgm:spPr/>
    </dgm:pt>
    <dgm:pt modelId="{69AA88AA-C3CB-4942-8DF9-D22DAFFBFC7C}" type="pres">
      <dgm:prSet presAssocID="{767F3034-447F-4C9A-96F9-B3BBC315E1D1}" presName="tx1" presStyleLbl="revTx" presStyleIdx="6" presStyleCnt="8"/>
      <dgm:spPr/>
    </dgm:pt>
    <dgm:pt modelId="{EBA97549-FCFB-4C30-A1C0-C65559D648D3}" type="pres">
      <dgm:prSet presAssocID="{767F3034-447F-4C9A-96F9-B3BBC315E1D1}" presName="vert1" presStyleCnt="0"/>
      <dgm:spPr/>
    </dgm:pt>
    <dgm:pt modelId="{FEE0EC5E-B019-46B7-B0DA-5B8AE575BE29}" type="pres">
      <dgm:prSet presAssocID="{D5EB7D65-03A1-40A8-A1D9-7FA983E26A85}" presName="thickLine" presStyleLbl="alignNode1" presStyleIdx="7" presStyleCnt="8"/>
      <dgm:spPr/>
    </dgm:pt>
    <dgm:pt modelId="{77B1C385-C2E6-49AD-9AE8-F375C23BF04C}" type="pres">
      <dgm:prSet presAssocID="{D5EB7D65-03A1-40A8-A1D9-7FA983E26A85}" presName="horz1" presStyleCnt="0"/>
      <dgm:spPr/>
    </dgm:pt>
    <dgm:pt modelId="{26A97B64-C1DB-43E9-809F-13F21B35F79A}" type="pres">
      <dgm:prSet presAssocID="{D5EB7D65-03A1-40A8-A1D9-7FA983E26A85}" presName="tx1" presStyleLbl="revTx" presStyleIdx="7" presStyleCnt="8"/>
      <dgm:spPr/>
    </dgm:pt>
    <dgm:pt modelId="{F5191E0D-84B5-4765-AB10-6ED0D129DAA9}" type="pres">
      <dgm:prSet presAssocID="{D5EB7D65-03A1-40A8-A1D9-7FA983E26A85}" presName="vert1" presStyleCnt="0"/>
      <dgm:spPr/>
    </dgm:pt>
  </dgm:ptLst>
  <dgm:cxnLst>
    <dgm:cxn modelId="{A5998137-9EDB-474C-8E67-5808AA8FB864}" srcId="{8B680330-2569-4A4F-9D9B-4F1E75EE02D8}" destId="{767F3034-447F-4C9A-96F9-B3BBC315E1D1}" srcOrd="6" destOrd="0" parTransId="{C16709CA-D803-4B96-B90B-F5210795D93C}" sibTransId="{92626FD2-A677-44B1-B286-273BC7298103}"/>
    <dgm:cxn modelId="{D8886D65-1B26-4DB4-8C2A-91CC0E7C21FF}" type="presOf" srcId="{8074DCC7-01E8-4609-B6BC-57D01EDE7B80}" destId="{9B927D93-9A58-4910-8F60-4D5F0BF17874}" srcOrd="0" destOrd="0" presId="urn:microsoft.com/office/officeart/2008/layout/LinedList"/>
    <dgm:cxn modelId="{299B4572-2529-4678-BA46-CEF40D1C546F}" srcId="{8B680330-2569-4A4F-9D9B-4F1E75EE02D8}" destId="{8754AECE-D096-44B5-B8A2-C603C19F97D2}" srcOrd="3" destOrd="0" parTransId="{6F0ED4DB-A5AD-46A6-B9B6-22E5A0DF46F1}" sibTransId="{CB18CD28-9372-4F34-B2E5-0080C2387921}"/>
    <dgm:cxn modelId="{E3E07075-0E0F-4734-B39C-A74785737FEA}" type="presOf" srcId="{32FBCDA1-51C9-4F6D-A4B0-88E2180DF09A}" destId="{FDE7F73D-4730-41DF-BCF3-B5F8A49BECAB}" srcOrd="0" destOrd="0" presId="urn:microsoft.com/office/officeart/2008/layout/LinedList"/>
    <dgm:cxn modelId="{F03AF47B-140B-4E1E-ADC8-14DA872B8C22}" srcId="{8B680330-2569-4A4F-9D9B-4F1E75EE02D8}" destId="{8074DCC7-01E8-4609-B6BC-57D01EDE7B80}" srcOrd="4" destOrd="0" parTransId="{6F39F40D-A3CF-4296-BEBE-94C1B932E299}" sibTransId="{BCBA5226-9C8E-4CAA-B79E-2AF1123D1A6C}"/>
    <dgm:cxn modelId="{7D03E684-5F94-4ACB-B976-5BB7C753A2A1}" type="presOf" srcId="{767F3034-447F-4C9A-96F9-B3BBC315E1D1}" destId="{69AA88AA-C3CB-4942-8DF9-D22DAFFBFC7C}" srcOrd="0" destOrd="0" presId="urn:microsoft.com/office/officeart/2008/layout/LinedList"/>
    <dgm:cxn modelId="{CCF1328F-2BD8-41DC-B451-24F641D55CFF}" srcId="{8B680330-2569-4A4F-9D9B-4F1E75EE02D8}" destId="{32FBCDA1-51C9-4F6D-A4B0-88E2180DF09A}" srcOrd="5" destOrd="0" parTransId="{BE07D02D-CD57-432B-B3A9-CA496282E4A9}" sibTransId="{6A1C33B6-A18B-47E7-A46F-64DF4D89FCFC}"/>
    <dgm:cxn modelId="{7C636C90-1BDE-4B6F-9BCD-B61C73383CDC}" type="presOf" srcId="{D56BFA31-7EB8-492A-B899-09BB888C00C7}" destId="{8A17F1DA-9CB7-4BDD-8153-496923ED66CE}" srcOrd="0" destOrd="0" presId="urn:microsoft.com/office/officeart/2008/layout/LinedList"/>
    <dgm:cxn modelId="{29C99E91-D348-4144-A82E-BB211F0A5F35}" type="presOf" srcId="{D5EB7D65-03A1-40A8-A1D9-7FA983E26A85}" destId="{26A97B64-C1DB-43E9-809F-13F21B35F79A}" srcOrd="0" destOrd="0" presId="urn:microsoft.com/office/officeart/2008/layout/LinedList"/>
    <dgm:cxn modelId="{3FFD429A-4BF9-48E8-8688-7B3340BB1239}" srcId="{8B680330-2569-4A4F-9D9B-4F1E75EE02D8}" destId="{CEDF2F90-B846-4D97-A6C6-B33BE3877A1D}" srcOrd="2" destOrd="0" parTransId="{DDEB4E62-7D12-41B9-9802-B6934AFCD69D}" sibTransId="{48E91473-31EA-4258-982F-2477E78217CB}"/>
    <dgm:cxn modelId="{E2ADE59D-144E-499A-8629-46812041D915}" srcId="{8B680330-2569-4A4F-9D9B-4F1E75EE02D8}" destId="{D5EB7D65-03A1-40A8-A1D9-7FA983E26A85}" srcOrd="7" destOrd="0" parTransId="{9F22DD10-B56C-4591-A22B-353F5884F8A3}" sibTransId="{DAC500DD-4CA6-4D8E-AA29-81C644F1B783}"/>
    <dgm:cxn modelId="{B4312DAD-5B19-433E-B7B7-89CF6CC08296}" type="presOf" srcId="{CEDF2F90-B846-4D97-A6C6-B33BE3877A1D}" destId="{46249048-7BB0-4FC0-B2D1-3CABCC67DAD0}" srcOrd="0" destOrd="0" presId="urn:microsoft.com/office/officeart/2008/layout/LinedList"/>
    <dgm:cxn modelId="{050C76C2-D385-48E7-9469-2B913623CC52}" type="presOf" srcId="{9500166A-2FE0-4986-842B-80D24563892A}" destId="{BFE76E57-4B0C-442C-AF14-646BBE368FED}" srcOrd="0" destOrd="0" presId="urn:microsoft.com/office/officeart/2008/layout/LinedList"/>
    <dgm:cxn modelId="{A4A2BDC5-9E9F-48A1-8731-E2B01CDEDB55}" type="presOf" srcId="{8B680330-2569-4A4F-9D9B-4F1E75EE02D8}" destId="{885CA3E2-EEBB-4316-83AA-0694E9F7F2AC}" srcOrd="0" destOrd="0" presId="urn:microsoft.com/office/officeart/2008/layout/LinedList"/>
    <dgm:cxn modelId="{846DFEC7-31AF-42B4-88CE-FA998116E193}" srcId="{8B680330-2569-4A4F-9D9B-4F1E75EE02D8}" destId="{D56BFA31-7EB8-492A-B899-09BB888C00C7}" srcOrd="0" destOrd="0" parTransId="{E5D980EB-5FF1-46FE-AB86-8F01FE677AA4}" sibTransId="{326CBA36-8988-4C88-888E-B8EA27A7513C}"/>
    <dgm:cxn modelId="{85AF4DCA-4B8C-41F1-B61D-AB19A3749B22}" srcId="{8B680330-2569-4A4F-9D9B-4F1E75EE02D8}" destId="{9500166A-2FE0-4986-842B-80D24563892A}" srcOrd="1" destOrd="0" parTransId="{B75EB98B-BDE0-48C1-93C8-9AFD0EF575AA}" sibTransId="{651051C0-3185-4EBB-9938-26921B63B2AC}"/>
    <dgm:cxn modelId="{501777DB-6323-4234-B419-DD89CD312D33}" type="presOf" srcId="{8754AECE-D096-44B5-B8A2-C603C19F97D2}" destId="{709F54C2-D146-4D83-89F3-F9C0A9B3CC04}" srcOrd="0" destOrd="0" presId="urn:microsoft.com/office/officeart/2008/layout/LinedList"/>
    <dgm:cxn modelId="{8BA99FFD-049C-4844-99BB-B25A8540395C}" type="presParOf" srcId="{885CA3E2-EEBB-4316-83AA-0694E9F7F2AC}" destId="{42BFD82F-2C91-47A0-A661-2F8EB66C8B4C}" srcOrd="0" destOrd="0" presId="urn:microsoft.com/office/officeart/2008/layout/LinedList"/>
    <dgm:cxn modelId="{C76D82A8-E68E-4D69-A882-C7663E7606A4}" type="presParOf" srcId="{885CA3E2-EEBB-4316-83AA-0694E9F7F2AC}" destId="{52793359-A8E5-436D-9DF0-6CF68FC9F322}" srcOrd="1" destOrd="0" presId="urn:microsoft.com/office/officeart/2008/layout/LinedList"/>
    <dgm:cxn modelId="{DD1A33D2-1919-4C85-8BB9-EBD22885E306}" type="presParOf" srcId="{52793359-A8E5-436D-9DF0-6CF68FC9F322}" destId="{8A17F1DA-9CB7-4BDD-8153-496923ED66CE}" srcOrd="0" destOrd="0" presId="urn:microsoft.com/office/officeart/2008/layout/LinedList"/>
    <dgm:cxn modelId="{80A52E16-20F9-44D3-9CC6-AE11AF6A34C4}" type="presParOf" srcId="{52793359-A8E5-436D-9DF0-6CF68FC9F322}" destId="{8B4C590B-13CE-4274-95CE-DD07A46F5A47}" srcOrd="1" destOrd="0" presId="urn:microsoft.com/office/officeart/2008/layout/LinedList"/>
    <dgm:cxn modelId="{463CF3FE-4E01-4A09-B874-905E92EFE2BB}" type="presParOf" srcId="{885CA3E2-EEBB-4316-83AA-0694E9F7F2AC}" destId="{065B2482-880A-431A-A08B-3531DCA13A51}" srcOrd="2" destOrd="0" presId="urn:microsoft.com/office/officeart/2008/layout/LinedList"/>
    <dgm:cxn modelId="{39B61D55-29B3-42A2-BA9B-2D82ED129CAC}" type="presParOf" srcId="{885CA3E2-EEBB-4316-83AA-0694E9F7F2AC}" destId="{203EB14E-6FC3-447D-A74A-3DE8FB3F1CB9}" srcOrd="3" destOrd="0" presId="urn:microsoft.com/office/officeart/2008/layout/LinedList"/>
    <dgm:cxn modelId="{2B21723C-0227-4599-B5A1-86ECF51910EA}" type="presParOf" srcId="{203EB14E-6FC3-447D-A74A-3DE8FB3F1CB9}" destId="{BFE76E57-4B0C-442C-AF14-646BBE368FED}" srcOrd="0" destOrd="0" presId="urn:microsoft.com/office/officeart/2008/layout/LinedList"/>
    <dgm:cxn modelId="{A90AB06A-4FF9-45E1-9278-63029FB3627B}" type="presParOf" srcId="{203EB14E-6FC3-447D-A74A-3DE8FB3F1CB9}" destId="{FBADFCE0-EAC5-40C7-8915-B5D09434C386}" srcOrd="1" destOrd="0" presId="urn:microsoft.com/office/officeart/2008/layout/LinedList"/>
    <dgm:cxn modelId="{5F0A25AD-91DB-4673-9EBE-C20919E7227B}" type="presParOf" srcId="{885CA3E2-EEBB-4316-83AA-0694E9F7F2AC}" destId="{2BA45286-2A42-4062-A89F-997143B6ABF1}" srcOrd="4" destOrd="0" presId="urn:microsoft.com/office/officeart/2008/layout/LinedList"/>
    <dgm:cxn modelId="{E74B9E03-E2DD-44D9-8F24-70CC521850AF}" type="presParOf" srcId="{885CA3E2-EEBB-4316-83AA-0694E9F7F2AC}" destId="{0984FE91-319A-4869-9269-614FEFB1DC18}" srcOrd="5" destOrd="0" presId="urn:microsoft.com/office/officeart/2008/layout/LinedList"/>
    <dgm:cxn modelId="{5E1B8073-4AA4-49F6-8DDC-F02623201E51}" type="presParOf" srcId="{0984FE91-319A-4869-9269-614FEFB1DC18}" destId="{46249048-7BB0-4FC0-B2D1-3CABCC67DAD0}" srcOrd="0" destOrd="0" presId="urn:microsoft.com/office/officeart/2008/layout/LinedList"/>
    <dgm:cxn modelId="{9DAFC149-00AD-4B38-A6A2-BD5720A0EC49}" type="presParOf" srcId="{0984FE91-319A-4869-9269-614FEFB1DC18}" destId="{7A9BD2FE-74EF-4DF8-A089-B715BA68D284}" srcOrd="1" destOrd="0" presId="urn:microsoft.com/office/officeart/2008/layout/LinedList"/>
    <dgm:cxn modelId="{8BD07CCC-2EA3-436F-B872-CE5E985BB9FB}" type="presParOf" srcId="{885CA3E2-EEBB-4316-83AA-0694E9F7F2AC}" destId="{6C12CDCF-F74A-4916-A064-3E21BBA2ADA2}" srcOrd="6" destOrd="0" presId="urn:microsoft.com/office/officeart/2008/layout/LinedList"/>
    <dgm:cxn modelId="{1DB1897B-14B6-48E1-8FFF-E28E5C5C0FB3}" type="presParOf" srcId="{885CA3E2-EEBB-4316-83AA-0694E9F7F2AC}" destId="{C714DD35-C54D-49EF-9E87-99272174966A}" srcOrd="7" destOrd="0" presId="urn:microsoft.com/office/officeart/2008/layout/LinedList"/>
    <dgm:cxn modelId="{F0568A2F-88F9-42AE-AF56-F1B8C28DE60E}" type="presParOf" srcId="{C714DD35-C54D-49EF-9E87-99272174966A}" destId="{709F54C2-D146-4D83-89F3-F9C0A9B3CC04}" srcOrd="0" destOrd="0" presId="urn:microsoft.com/office/officeart/2008/layout/LinedList"/>
    <dgm:cxn modelId="{1A06485D-E874-45AC-8F6B-732B34388741}" type="presParOf" srcId="{C714DD35-C54D-49EF-9E87-99272174966A}" destId="{CBC28A65-D4C7-47AB-8DA7-F4DCA2323AE5}" srcOrd="1" destOrd="0" presId="urn:microsoft.com/office/officeart/2008/layout/LinedList"/>
    <dgm:cxn modelId="{BBE8DB8E-1D55-45F7-BC70-36530284B975}" type="presParOf" srcId="{885CA3E2-EEBB-4316-83AA-0694E9F7F2AC}" destId="{1ACBF6D0-6906-4AFA-A5BE-3EDCD26BD55F}" srcOrd="8" destOrd="0" presId="urn:microsoft.com/office/officeart/2008/layout/LinedList"/>
    <dgm:cxn modelId="{4D348A2B-881D-4A0C-9F98-D1C601C49797}" type="presParOf" srcId="{885CA3E2-EEBB-4316-83AA-0694E9F7F2AC}" destId="{C6B0370F-0864-4B95-B4BC-40FEE53A3B77}" srcOrd="9" destOrd="0" presId="urn:microsoft.com/office/officeart/2008/layout/LinedList"/>
    <dgm:cxn modelId="{F70F5012-7B0C-4655-A6FB-1CA03C64F673}" type="presParOf" srcId="{C6B0370F-0864-4B95-B4BC-40FEE53A3B77}" destId="{9B927D93-9A58-4910-8F60-4D5F0BF17874}" srcOrd="0" destOrd="0" presId="urn:microsoft.com/office/officeart/2008/layout/LinedList"/>
    <dgm:cxn modelId="{491C7BBA-C362-409B-A9DC-217F1230345F}" type="presParOf" srcId="{C6B0370F-0864-4B95-B4BC-40FEE53A3B77}" destId="{02FCDD16-5269-4122-A1A0-F7B3FFED6A36}" srcOrd="1" destOrd="0" presId="urn:microsoft.com/office/officeart/2008/layout/LinedList"/>
    <dgm:cxn modelId="{065347F0-1A31-4A3F-8047-BFA04B00AC2D}" type="presParOf" srcId="{885CA3E2-EEBB-4316-83AA-0694E9F7F2AC}" destId="{BAED0765-2867-4546-8DEE-B74E9A9FDFE9}" srcOrd="10" destOrd="0" presId="urn:microsoft.com/office/officeart/2008/layout/LinedList"/>
    <dgm:cxn modelId="{4159C608-0CE0-418D-B035-EFF8E4124E0C}" type="presParOf" srcId="{885CA3E2-EEBB-4316-83AA-0694E9F7F2AC}" destId="{E36C591A-3E36-4ECB-A318-7CF12E4469A9}" srcOrd="11" destOrd="0" presId="urn:microsoft.com/office/officeart/2008/layout/LinedList"/>
    <dgm:cxn modelId="{98FFEEEB-DECD-4DC9-B3B2-612B2A1B03D6}" type="presParOf" srcId="{E36C591A-3E36-4ECB-A318-7CF12E4469A9}" destId="{FDE7F73D-4730-41DF-BCF3-B5F8A49BECAB}" srcOrd="0" destOrd="0" presId="urn:microsoft.com/office/officeart/2008/layout/LinedList"/>
    <dgm:cxn modelId="{A67CB4D8-2BCC-4CFE-873A-3EE6DFB51266}" type="presParOf" srcId="{E36C591A-3E36-4ECB-A318-7CF12E4469A9}" destId="{2DA51144-EF58-40CA-A139-788ED9650195}" srcOrd="1" destOrd="0" presId="urn:microsoft.com/office/officeart/2008/layout/LinedList"/>
    <dgm:cxn modelId="{C8490443-24D7-4536-BACB-330DF5FAF9C5}" type="presParOf" srcId="{885CA3E2-EEBB-4316-83AA-0694E9F7F2AC}" destId="{21D1DD06-2C8E-494A-93F9-4704431B9CCF}" srcOrd="12" destOrd="0" presId="urn:microsoft.com/office/officeart/2008/layout/LinedList"/>
    <dgm:cxn modelId="{0DCF1BDE-A023-4873-9299-1F03B75B5C19}" type="presParOf" srcId="{885CA3E2-EEBB-4316-83AA-0694E9F7F2AC}" destId="{BD3F1618-5702-448B-99FC-A0B43B09AAAA}" srcOrd="13" destOrd="0" presId="urn:microsoft.com/office/officeart/2008/layout/LinedList"/>
    <dgm:cxn modelId="{09EB2AB0-5071-44DA-B745-DF59E17352B7}" type="presParOf" srcId="{BD3F1618-5702-448B-99FC-A0B43B09AAAA}" destId="{69AA88AA-C3CB-4942-8DF9-D22DAFFBFC7C}" srcOrd="0" destOrd="0" presId="urn:microsoft.com/office/officeart/2008/layout/LinedList"/>
    <dgm:cxn modelId="{C145C338-F6E3-49C6-9114-EB7960D912A5}" type="presParOf" srcId="{BD3F1618-5702-448B-99FC-A0B43B09AAAA}" destId="{EBA97549-FCFB-4C30-A1C0-C65559D648D3}" srcOrd="1" destOrd="0" presId="urn:microsoft.com/office/officeart/2008/layout/LinedList"/>
    <dgm:cxn modelId="{7CEBEE28-33BF-4789-832F-1A5A9CE9EFA0}" type="presParOf" srcId="{885CA3E2-EEBB-4316-83AA-0694E9F7F2AC}" destId="{FEE0EC5E-B019-46B7-B0DA-5B8AE575BE29}" srcOrd="14" destOrd="0" presId="urn:microsoft.com/office/officeart/2008/layout/LinedList"/>
    <dgm:cxn modelId="{9AE1C2C8-60A2-44F0-B59D-5AC575032C20}" type="presParOf" srcId="{885CA3E2-EEBB-4316-83AA-0694E9F7F2AC}" destId="{77B1C385-C2E6-49AD-9AE8-F375C23BF04C}" srcOrd="15" destOrd="0" presId="urn:microsoft.com/office/officeart/2008/layout/LinedList"/>
    <dgm:cxn modelId="{88BFFF8E-F321-4225-9DE6-5A3A8403F3DE}" type="presParOf" srcId="{77B1C385-C2E6-49AD-9AE8-F375C23BF04C}" destId="{26A97B64-C1DB-43E9-809F-13F21B35F79A}" srcOrd="0" destOrd="0" presId="urn:microsoft.com/office/officeart/2008/layout/LinedList"/>
    <dgm:cxn modelId="{FF25A7EC-7AED-4FD0-85A7-285468559D86}" type="presParOf" srcId="{77B1C385-C2E6-49AD-9AE8-F375C23BF04C}" destId="{F5191E0D-84B5-4765-AB10-6ED0D129DAA9}"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C84C7E2-21BC-4F33-890B-A9197D876908}" type="doc">
      <dgm:prSet loTypeId="urn:microsoft.com/office/officeart/2005/8/layout/cycle3" loCatId="cycle" qsTypeId="urn:microsoft.com/office/officeart/2005/8/quickstyle/simple1#3" qsCatId="simple" csTypeId="urn:microsoft.com/office/officeart/2005/8/colors/accent1_2#3" csCatId="accent1" phldr="1"/>
      <dgm:spPr/>
      <dgm:t>
        <a:bodyPr/>
        <a:lstStyle/>
        <a:p>
          <a:endParaRPr lang="en-US"/>
        </a:p>
      </dgm:t>
    </dgm:pt>
    <dgm:pt modelId="{CA1E3419-9ED3-4315-8ACB-039D24F6E986}">
      <dgm:prSet phldrT="[Text]" phldr="0"/>
      <dgm:spPr/>
      <dgm:t>
        <a:bodyPr/>
        <a:lstStyle/>
        <a:p>
          <a:r>
            <a:rPr lang="en-US" dirty="0"/>
            <a:t>1. Idea</a:t>
          </a:r>
        </a:p>
      </dgm:t>
    </dgm:pt>
    <dgm:pt modelId="{B9B68524-7390-4710-9F9D-737F96992AF0}" type="parTrans" cxnId="{7D7C666D-23CB-4A7B-AD1D-26886CFC2E00}">
      <dgm:prSet/>
      <dgm:spPr/>
      <dgm:t>
        <a:bodyPr/>
        <a:lstStyle/>
        <a:p>
          <a:endParaRPr lang="en-US"/>
        </a:p>
      </dgm:t>
    </dgm:pt>
    <dgm:pt modelId="{9CEBA97D-388A-420B-A087-F7F07311B43A}" type="sibTrans" cxnId="{7D7C666D-23CB-4A7B-AD1D-26886CFC2E00}">
      <dgm:prSet/>
      <dgm:spPr/>
      <dgm:t>
        <a:bodyPr/>
        <a:lstStyle/>
        <a:p>
          <a:endParaRPr lang="en-US"/>
        </a:p>
      </dgm:t>
    </dgm:pt>
    <dgm:pt modelId="{62E4520B-92C9-48BE-8B2F-929A67CE2408}">
      <dgm:prSet phldrT="[Text]" phldr="0"/>
      <dgm:spPr/>
      <dgm:t>
        <a:bodyPr/>
        <a:lstStyle/>
        <a:p>
          <a:r>
            <a:rPr lang="en-US" dirty="0"/>
            <a:t>3. AI Generates Code</a:t>
          </a:r>
        </a:p>
      </dgm:t>
    </dgm:pt>
    <dgm:pt modelId="{CA896E11-3896-4AD5-88EF-5889D989F2D1}" type="parTrans" cxnId="{E17DB794-78F3-4477-B62E-F254FD270173}">
      <dgm:prSet/>
      <dgm:spPr/>
      <dgm:t>
        <a:bodyPr/>
        <a:lstStyle/>
        <a:p>
          <a:endParaRPr lang="en-US"/>
        </a:p>
      </dgm:t>
    </dgm:pt>
    <dgm:pt modelId="{5DABA6F5-02E3-4AA8-B416-7DE3180F4E67}" type="sibTrans" cxnId="{E17DB794-78F3-4477-B62E-F254FD270173}">
      <dgm:prSet/>
      <dgm:spPr/>
      <dgm:t>
        <a:bodyPr/>
        <a:lstStyle/>
        <a:p>
          <a:endParaRPr lang="en-US"/>
        </a:p>
      </dgm:t>
    </dgm:pt>
    <dgm:pt modelId="{BAD8FB7C-8EEF-480C-9250-BCE686E3E83D}">
      <dgm:prSet phldrT="[Text]" phldr="0"/>
      <dgm:spPr/>
      <dgm:t>
        <a:bodyPr/>
        <a:lstStyle/>
        <a:p>
          <a:r>
            <a:rPr lang="en-US" dirty="0"/>
            <a:t>4. Review Output</a:t>
          </a:r>
        </a:p>
      </dgm:t>
    </dgm:pt>
    <dgm:pt modelId="{C0DDEB16-8700-40B2-B476-AE87D0BA62F1}" type="parTrans" cxnId="{5F509B8A-9611-40AE-A2BD-E951B99A7B8E}">
      <dgm:prSet/>
      <dgm:spPr/>
      <dgm:t>
        <a:bodyPr/>
        <a:lstStyle/>
        <a:p>
          <a:endParaRPr lang="en-US"/>
        </a:p>
      </dgm:t>
    </dgm:pt>
    <dgm:pt modelId="{F177A33A-55E0-45E3-B8DB-40A808793C00}" type="sibTrans" cxnId="{5F509B8A-9611-40AE-A2BD-E951B99A7B8E}">
      <dgm:prSet/>
      <dgm:spPr/>
      <dgm:t>
        <a:bodyPr/>
        <a:lstStyle/>
        <a:p>
          <a:endParaRPr lang="en-US"/>
        </a:p>
      </dgm:t>
    </dgm:pt>
    <dgm:pt modelId="{C74AE115-CCFF-41D6-AD90-5681E32CB3D5}">
      <dgm:prSet phldrT="[Text]" phldr="0"/>
      <dgm:spPr/>
      <dgm:t>
        <a:bodyPr/>
        <a:lstStyle/>
        <a:p>
          <a:r>
            <a:rPr lang="en-US" dirty="0"/>
            <a:t>2. Prompt</a:t>
          </a:r>
        </a:p>
      </dgm:t>
    </dgm:pt>
    <dgm:pt modelId="{2CC47B72-C4BB-49BE-BB00-B80606253907}" type="parTrans" cxnId="{F694D105-8B8A-4FDC-8DC0-F968F0F5F6E5}">
      <dgm:prSet/>
      <dgm:spPr/>
      <dgm:t>
        <a:bodyPr/>
        <a:lstStyle/>
        <a:p>
          <a:endParaRPr lang="en-US"/>
        </a:p>
      </dgm:t>
    </dgm:pt>
    <dgm:pt modelId="{4A11E01A-B622-4E8D-B052-C7FF7C0CF96C}" type="sibTrans" cxnId="{F694D105-8B8A-4FDC-8DC0-F968F0F5F6E5}">
      <dgm:prSet/>
      <dgm:spPr/>
      <dgm:t>
        <a:bodyPr/>
        <a:lstStyle/>
        <a:p>
          <a:endParaRPr lang="en-US"/>
        </a:p>
      </dgm:t>
    </dgm:pt>
    <dgm:pt modelId="{3CA404D0-EA39-485C-95DD-E09752962CDD}" type="pres">
      <dgm:prSet presAssocID="{9C84C7E2-21BC-4F33-890B-A9197D876908}" presName="Name0" presStyleCnt="0">
        <dgm:presLayoutVars>
          <dgm:dir/>
          <dgm:resizeHandles val="exact"/>
        </dgm:presLayoutVars>
      </dgm:prSet>
      <dgm:spPr/>
    </dgm:pt>
    <dgm:pt modelId="{52842DCA-AE42-4343-9186-AAE7584EDFD7}" type="pres">
      <dgm:prSet presAssocID="{9C84C7E2-21BC-4F33-890B-A9197D876908}" presName="cycle" presStyleCnt="0"/>
      <dgm:spPr/>
    </dgm:pt>
    <dgm:pt modelId="{695CA482-A4CD-4C9C-84C3-CCFEE52EBA68}" type="pres">
      <dgm:prSet presAssocID="{CA1E3419-9ED3-4315-8ACB-039D24F6E986}" presName="nodeFirstNode" presStyleLbl="node1" presStyleIdx="0" presStyleCnt="4">
        <dgm:presLayoutVars>
          <dgm:bulletEnabled val="1"/>
        </dgm:presLayoutVars>
      </dgm:prSet>
      <dgm:spPr/>
    </dgm:pt>
    <dgm:pt modelId="{76C151D9-2217-4CEE-AF2B-E05430E660BB}" type="pres">
      <dgm:prSet presAssocID="{9CEBA97D-388A-420B-A087-F7F07311B43A}" presName="sibTransFirstNode" presStyleLbl="bgShp" presStyleIdx="0" presStyleCnt="1"/>
      <dgm:spPr/>
    </dgm:pt>
    <dgm:pt modelId="{1BD720AF-D0C5-45A0-9FDB-41943B88AED5}" type="pres">
      <dgm:prSet presAssocID="{C74AE115-CCFF-41D6-AD90-5681E32CB3D5}" presName="nodeFollowingNodes" presStyleLbl="node1" presStyleIdx="1" presStyleCnt="4">
        <dgm:presLayoutVars>
          <dgm:bulletEnabled val="1"/>
        </dgm:presLayoutVars>
      </dgm:prSet>
      <dgm:spPr/>
    </dgm:pt>
    <dgm:pt modelId="{73FFDA7B-7FC8-443A-8C79-FBD312ABD19B}" type="pres">
      <dgm:prSet presAssocID="{62E4520B-92C9-48BE-8B2F-929A67CE2408}" presName="nodeFollowingNodes" presStyleLbl="node1" presStyleIdx="2" presStyleCnt="4">
        <dgm:presLayoutVars>
          <dgm:bulletEnabled val="1"/>
        </dgm:presLayoutVars>
      </dgm:prSet>
      <dgm:spPr/>
    </dgm:pt>
    <dgm:pt modelId="{1A27ADD3-9E30-4CF5-9316-D7616451A002}" type="pres">
      <dgm:prSet presAssocID="{BAD8FB7C-8EEF-480C-9250-BCE686E3E83D}" presName="nodeFollowingNodes" presStyleLbl="node1" presStyleIdx="3" presStyleCnt="4">
        <dgm:presLayoutVars>
          <dgm:bulletEnabled val="1"/>
        </dgm:presLayoutVars>
      </dgm:prSet>
      <dgm:spPr/>
    </dgm:pt>
  </dgm:ptLst>
  <dgm:cxnLst>
    <dgm:cxn modelId="{F694D105-8B8A-4FDC-8DC0-F968F0F5F6E5}" srcId="{9C84C7E2-21BC-4F33-890B-A9197D876908}" destId="{C74AE115-CCFF-41D6-AD90-5681E32CB3D5}" srcOrd="1" destOrd="0" parTransId="{2CC47B72-C4BB-49BE-BB00-B80606253907}" sibTransId="{4A11E01A-B622-4E8D-B052-C7FF7C0CF96C}"/>
    <dgm:cxn modelId="{AA3D9720-9E0D-45A4-9D6F-59B1A0032583}" type="presOf" srcId="{62E4520B-92C9-48BE-8B2F-929A67CE2408}" destId="{73FFDA7B-7FC8-443A-8C79-FBD312ABD19B}" srcOrd="0" destOrd="0" presId="urn:microsoft.com/office/officeart/2005/8/layout/cycle3"/>
    <dgm:cxn modelId="{7D7C666D-23CB-4A7B-AD1D-26886CFC2E00}" srcId="{9C84C7E2-21BC-4F33-890B-A9197D876908}" destId="{CA1E3419-9ED3-4315-8ACB-039D24F6E986}" srcOrd="0" destOrd="0" parTransId="{B9B68524-7390-4710-9F9D-737F96992AF0}" sibTransId="{9CEBA97D-388A-420B-A087-F7F07311B43A}"/>
    <dgm:cxn modelId="{5F509B8A-9611-40AE-A2BD-E951B99A7B8E}" srcId="{9C84C7E2-21BC-4F33-890B-A9197D876908}" destId="{BAD8FB7C-8EEF-480C-9250-BCE686E3E83D}" srcOrd="3" destOrd="0" parTransId="{C0DDEB16-8700-40B2-B476-AE87D0BA62F1}" sibTransId="{F177A33A-55E0-45E3-B8DB-40A808793C00}"/>
    <dgm:cxn modelId="{E17DB794-78F3-4477-B62E-F254FD270173}" srcId="{9C84C7E2-21BC-4F33-890B-A9197D876908}" destId="{62E4520B-92C9-48BE-8B2F-929A67CE2408}" srcOrd="2" destOrd="0" parTransId="{CA896E11-3896-4AD5-88EF-5889D989F2D1}" sibTransId="{5DABA6F5-02E3-4AA8-B416-7DE3180F4E67}"/>
    <dgm:cxn modelId="{2F9FCB98-E046-4261-B287-783947E03AA3}" type="presOf" srcId="{C74AE115-CCFF-41D6-AD90-5681E32CB3D5}" destId="{1BD720AF-D0C5-45A0-9FDB-41943B88AED5}" srcOrd="0" destOrd="0" presId="urn:microsoft.com/office/officeart/2005/8/layout/cycle3"/>
    <dgm:cxn modelId="{89046ED8-CFB7-461A-82AC-8C2310F16754}" type="presOf" srcId="{9C84C7E2-21BC-4F33-890B-A9197D876908}" destId="{3CA404D0-EA39-485C-95DD-E09752962CDD}" srcOrd="0" destOrd="0" presId="urn:microsoft.com/office/officeart/2005/8/layout/cycle3"/>
    <dgm:cxn modelId="{2EF882E1-6ABC-4688-B6D6-84A916D4597C}" type="presOf" srcId="{9CEBA97D-388A-420B-A087-F7F07311B43A}" destId="{76C151D9-2217-4CEE-AF2B-E05430E660BB}" srcOrd="0" destOrd="0" presId="urn:microsoft.com/office/officeart/2005/8/layout/cycle3"/>
    <dgm:cxn modelId="{B2C329F5-640E-463F-A7A0-AAF880B1FA7E}" type="presOf" srcId="{BAD8FB7C-8EEF-480C-9250-BCE686E3E83D}" destId="{1A27ADD3-9E30-4CF5-9316-D7616451A002}" srcOrd="0" destOrd="0" presId="urn:microsoft.com/office/officeart/2005/8/layout/cycle3"/>
    <dgm:cxn modelId="{9F1B7EF6-4E4A-4593-BA5A-9B40F4616BD4}" type="presOf" srcId="{CA1E3419-9ED3-4315-8ACB-039D24F6E986}" destId="{695CA482-A4CD-4C9C-84C3-CCFEE52EBA68}" srcOrd="0" destOrd="0" presId="urn:microsoft.com/office/officeart/2005/8/layout/cycle3"/>
    <dgm:cxn modelId="{77A3910D-50C8-4602-B544-9B75F1745ADA}" type="presParOf" srcId="{3CA404D0-EA39-485C-95DD-E09752962CDD}" destId="{52842DCA-AE42-4343-9186-AAE7584EDFD7}" srcOrd="0" destOrd="0" presId="urn:microsoft.com/office/officeart/2005/8/layout/cycle3"/>
    <dgm:cxn modelId="{D70DF81C-22B9-4C74-A354-601F6B8D5108}" type="presParOf" srcId="{52842DCA-AE42-4343-9186-AAE7584EDFD7}" destId="{695CA482-A4CD-4C9C-84C3-CCFEE52EBA68}" srcOrd="0" destOrd="0" presId="urn:microsoft.com/office/officeart/2005/8/layout/cycle3"/>
    <dgm:cxn modelId="{AEFA954C-2520-4AE7-8827-C51E3D6F781B}" type="presParOf" srcId="{52842DCA-AE42-4343-9186-AAE7584EDFD7}" destId="{76C151D9-2217-4CEE-AF2B-E05430E660BB}" srcOrd="1" destOrd="0" presId="urn:microsoft.com/office/officeart/2005/8/layout/cycle3"/>
    <dgm:cxn modelId="{43C5D3D8-2C79-4210-9454-10EF05B5123E}" type="presParOf" srcId="{52842DCA-AE42-4343-9186-AAE7584EDFD7}" destId="{1BD720AF-D0C5-45A0-9FDB-41943B88AED5}" srcOrd="2" destOrd="0" presId="urn:microsoft.com/office/officeart/2005/8/layout/cycle3"/>
    <dgm:cxn modelId="{CC2D5A70-9EE1-49B1-B056-72B591E7F622}" type="presParOf" srcId="{52842DCA-AE42-4343-9186-AAE7584EDFD7}" destId="{73FFDA7B-7FC8-443A-8C79-FBD312ABD19B}" srcOrd="3" destOrd="0" presId="urn:microsoft.com/office/officeart/2005/8/layout/cycle3"/>
    <dgm:cxn modelId="{95F59B02-01EB-487D-8B5F-DE5BCBA2A472}" type="presParOf" srcId="{52842DCA-AE42-4343-9186-AAE7584EDFD7}" destId="{1A27ADD3-9E30-4CF5-9316-D7616451A002}" srcOrd="4" destOrd="0" presId="urn:microsoft.com/office/officeart/2005/8/layout/cycle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C84C7E2-21BC-4F33-890B-A9197D876908}" type="doc">
      <dgm:prSet loTypeId="urn:microsoft.com/office/officeart/2005/8/layout/cycle3" loCatId="cycle" qsTypeId="urn:microsoft.com/office/officeart/2005/8/quickstyle/simple1#4" qsCatId="simple" csTypeId="urn:microsoft.com/office/officeart/2005/8/colors/accent1_2#4" csCatId="accent1" phldr="1"/>
      <dgm:spPr/>
      <dgm:t>
        <a:bodyPr/>
        <a:lstStyle/>
        <a:p>
          <a:endParaRPr lang="en-US"/>
        </a:p>
      </dgm:t>
    </dgm:pt>
    <dgm:pt modelId="{CA1E3419-9ED3-4315-8ACB-039D24F6E986}">
      <dgm:prSet phldrT="[Text]" phldr="0"/>
      <dgm:spPr>
        <a:solidFill>
          <a:srgbClr val="C00000"/>
        </a:solidFill>
      </dgm:spPr>
      <dgm:t>
        <a:bodyPr/>
        <a:lstStyle/>
        <a:p>
          <a:r>
            <a:rPr lang="en-US" dirty="0"/>
            <a:t>1. Idea</a:t>
          </a:r>
        </a:p>
      </dgm:t>
    </dgm:pt>
    <dgm:pt modelId="{B9B68524-7390-4710-9F9D-737F96992AF0}" type="parTrans" cxnId="{7D7C666D-23CB-4A7B-AD1D-26886CFC2E00}">
      <dgm:prSet/>
      <dgm:spPr/>
      <dgm:t>
        <a:bodyPr/>
        <a:lstStyle/>
        <a:p>
          <a:endParaRPr lang="en-US"/>
        </a:p>
      </dgm:t>
    </dgm:pt>
    <dgm:pt modelId="{9CEBA97D-388A-420B-A087-F7F07311B43A}" type="sibTrans" cxnId="{7D7C666D-23CB-4A7B-AD1D-26886CFC2E00}">
      <dgm:prSet/>
      <dgm:spPr/>
      <dgm:t>
        <a:bodyPr/>
        <a:lstStyle/>
        <a:p>
          <a:endParaRPr lang="en-US"/>
        </a:p>
      </dgm:t>
    </dgm:pt>
    <dgm:pt modelId="{62E4520B-92C9-48BE-8B2F-929A67CE2408}">
      <dgm:prSet phldrT="[Text]" phldr="0"/>
      <dgm:spPr/>
      <dgm:t>
        <a:bodyPr/>
        <a:lstStyle/>
        <a:p>
          <a:r>
            <a:rPr lang="en-US" dirty="0"/>
            <a:t>3. AI Generates Code</a:t>
          </a:r>
        </a:p>
      </dgm:t>
    </dgm:pt>
    <dgm:pt modelId="{CA896E11-3896-4AD5-88EF-5889D989F2D1}" type="parTrans" cxnId="{E17DB794-78F3-4477-B62E-F254FD270173}">
      <dgm:prSet/>
      <dgm:spPr/>
      <dgm:t>
        <a:bodyPr/>
        <a:lstStyle/>
        <a:p>
          <a:endParaRPr lang="en-US"/>
        </a:p>
      </dgm:t>
    </dgm:pt>
    <dgm:pt modelId="{5DABA6F5-02E3-4AA8-B416-7DE3180F4E67}" type="sibTrans" cxnId="{E17DB794-78F3-4477-B62E-F254FD270173}">
      <dgm:prSet/>
      <dgm:spPr/>
      <dgm:t>
        <a:bodyPr/>
        <a:lstStyle/>
        <a:p>
          <a:endParaRPr lang="en-US"/>
        </a:p>
      </dgm:t>
    </dgm:pt>
    <dgm:pt modelId="{BAD8FB7C-8EEF-480C-9250-BCE686E3E83D}">
      <dgm:prSet phldrT="[Text]" phldr="0"/>
      <dgm:spPr/>
      <dgm:t>
        <a:bodyPr/>
        <a:lstStyle/>
        <a:p>
          <a:r>
            <a:rPr lang="en-US" dirty="0"/>
            <a:t>4. Review Output</a:t>
          </a:r>
        </a:p>
      </dgm:t>
    </dgm:pt>
    <dgm:pt modelId="{C0DDEB16-8700-40B2-B476-AE87D0BA62F1}" type="parTrans" cxnId="{5F509B8A-9611-40AE-A2BD-E951B99A7B8E}">
      <dgm:prSet/>
      <dgm:spPr/>
      <dgm:t>
        <a:bodyPr/>
        <a:lstStyle/>
        <a:p>
          <a:endParaRPr lang="en-US"/>
        </a:p>
      </dgm:t>
    </dgm:pt>
    <dgm:pt modelId="{F177A33A-55E0-45E3-B8DB-40A808793C00}" type="sibTrans" cxnId="{5F509B8A-9611-40AE-A2BD-E951B99A7B8E}">
      <dgm:prSet/>
      <dgm:spPr/>
      <dgm:t>
        <a:bodyPr/>
        <a:lstStyle/>
        <a:p>
          <a:endParaRPr lang="en-US"/>
        </a:p>
      </dgm:t>
    </dgm:pt>
    <dgm:pt modelId="{FCE4C4EE-FE92-44CC-AF6D-DD14D15E0B6D}">
      <dgm:prSet phldrT="[Text]" phldr="0"/>
      <dgm:spPr/>
      <dgm:t>
        <a:bodyPr/>
        <a:lstStyle/>
        <a:p>
          <a:r>
            <a:rPr lang="en-US" dirty="0"/>
            <a:t>2. Prompt</a:t>
          </a:r>
        </a:p>
      </dgm:t>
    </dgm:pt>
    <dgm:pt modelId="{F6B00EE9-4898-4151-A63D-503ED2CF6EC2}" type="parTrans" cxnId="{64E188B4-BDC5-427A-A920-B9031D625764}">
      <dgm:prSet/>
      <dgm:spPr/>
      <dgm:t>
        <a:bodyPr/>
        <a:lstStyle/>
        <a:p>
          <a:endParaRPr lang="en-US"/>
        </a:p>
      </dgm:t>
    </dgm:pt>
    <dgm:pt modelId="{4B951C9C-3B3B-4BC4-8008-9655E412FFF6}" type="sibTrans" cxnId="{64E188B4-BDC5-427A-A920-B9031D625764}">
      <dgm:prSet/>
      <dgm:spPr/>
      <dgm:t>
        <a:bodyPr/>
        <a:lstStyle/>
        <a:p>
          <a:endParaRPr lang="en-US"/>
        </a:p>
      </dgm:t>
    </dgm:pt>
    <dgm:pt modelId="{5371CF27-9447-4EB5-9458-2DF11D86BBDD}" type="pres">
      <dgm:prSet presAssocID="{9C84C7E2-21BC-4F33-890B-A9197D876908}" presName="Name0" presStyleCnt="0">
        <dgm:presLayoutVars>
          <dgm:dir/>
          <dgm:resizeHandles val="exact"/>
        </dgm:presLayoutVars>
      </dgm:prSet>
      <dgm:spPr/>
    </dgm:pt>
    <dgm:pt modelId="{6114F1E3-5F11-42E9-B078-5E01EFDE2A88}" type="pres">
      <dgm:prSet presAssocID="{9C84C7E2-21BC-4F33-890B-A9197D876908}" presName="cycle" presStyleCnt="0"/>
      <dgm:spPr/>
    </dgm:pt>
    <dgm:pt modelId="{305E7864-AD98-4601-9DE6-CF3CCBD0F5E9}" type="pres">
      <dgm:prSet presAssocID="{CA1E3419-9ED3-4315-8ACB-039D24F6E986}" presName="nodeFirstNode" presStyleLbl="node1" presStyleIdx="0" presStyleCnt="4">
        <dgm:presLayoutVars>
          <dgm:bulletEnabled val="1"/>
        </dgm:presLayoutVars>
      </dgm:prSet>
      <dgm:spPr/>
    </dgm:pt>
    <dgm:pt modelId="{22AE2138-CF3D-43BA-8368-27788076FD53}" type="pres">
      <dgm:prSet presAssocID="{9CEBA97D-388A-420B-A087-F7F07311B43A}" presName="sibTransFirstNode" presStyleLbl="bgShp" presStyleIdx="0" presStyleCnt="1"/>
      <dgm:spPr/>
    </dgm:pt>
    <dgm:pt modelId="{DA70A614-6A13-4B07-A5BA-79F29EF128FA}" type="pres">
      <dgm:prSet presAssocID="{FCE4C4EE-FE92-44CC-AF6D-DD14D15E0B6D}" presName="nodeFollowingNodes" presStyleLbl="node1" presStyleIdx="1" presStyleCnt="4">
        <dgm:presLayoutVars>
          <dgm:bulletEnabled val="1"/>
        </dgm:presLayoutVars>
      </dgm:prSet>
      <dgm:spPr/>
    </dgm:pt>
    <dgm:pt modelId="{2717ED59-55D6-41B0-970B-4F6AEBC51C51}" type="pres">
      <dgm:prSet presAssocID="{62E4520B-92C9-48BE-8B2F-929A67CE2408}" presName="nodeFollowingNodes" presStyleLbl="node1" presStyleIdx="2" presStyleCnt="4">
        <dgm:presLayoutVars>
          <dgm:bulletEnabled val="1"/>
        </dgm:presLayoutVars>
      </dgm:prSet>
      <dgm:spPr/>
    </dgm:pt>
    <dgm:pt modelId="{44065FFF-4BCF-41B6-B3F7-7633AE0AD79F}" type="pres">
      <dgm:prSet presAssocID="{BAD8FB7C-8EEF-480C-9250-BCE686E3E83D}" presName="nodeFollowingNodes" presStyleLbl="node1" presStyleIdx="3" presStyleCnt="4">
        <dgm:presLayoutVars>
          <dgm:bulletEnabled val="1"/>
        </dgm:presLayoutVars>
      </dgm:prSet>
      <dgm:spPr/>
    </dgm:pt>
  </dgm:ptLst>
  <dgm:cxnLst>
    <dgm:cxn modelId="{416EB936-57D7-49AC-A855-B94A8D2AB493}" type="presOf" srcId="{62E4520B-92C9-48BE-8B2F-929A67CE2408}" destId="{2717ED59-55D6-41B0-970B-4F6AEBC51C51}" srcOrd="0" destOrd="0" presId="urn:microsoft.com/office/officeart/2005/8/layout/cycle3"/>
    <dgm:cxn modelId="{7D7C666D-23CB-4A7B-AD1D-26886CFC2E00}" srcId="{9C84C7E2-21BC-4F33-890B-A9197D876908}" destId="{CA1E3419-9ED3-4315-8ACB-039D24F6E986}" srcOrd="0" destOrd="0" parTransId="{B9B68524-7390-4710-9F9D-737F96992AF0}" sibTransId="{9CEBA97D-388A-420B-A087-F7F07311B43A}"/>
    <dgm:cxn modelId="{5F509B8A-9611-40AE-A2BD-E951B99A7B8E}" srcId="{9C84C7E2-21BC-4F33-890B-A9197D876908}" destId="{BAD8FB7C-8EEF-480C-9250-BCE686E3E83D}" srcOrd="3" destOrd="0" parTransId="{C0DDEB16-8700-40B2-B476-AE87D0BA62F1}" sibTransId="{F177A33A-55E0-45E3-B8DB-40A808793C00}"/>
    <dgm:cxn modelId="{E17DB794-78F3-4477-B62E-F254FD270173}" srcId="{9C84C7E2-21BC-4F33-890B-A9197D876908}" destId="{62E4520B-92C9-48BE-8B2F-929A67CE2408}" srcOrd="2" destOrd="0" parTransId="{CA896E11-3896-4AD5-88EF-5889D989F2D1}" sibTransId="{5DABA6F5-02E3-4AA8-B416-7DE3180F4E67}"/>
    <dgm:cxn modelId="{7A3685A8-58C3-4798-8B28-E97863FE6E23}" type="presOf" srcId="{9C84C7E2-21BC-4F33-890B-A9197D876908}" destId="{5371CF27-9447-4EB5-9458-2DF11D86BBDD}" srcOrd="0" destOrd="0" presId="urn:microsoft.com/office/officeart/2005/8/layout/cycle3"/>
    <dgm:cxn modelId="{64E188B4-BDC5-427A-A920-B9031D625764}" srcId="{9C84C7E2-21BC-4F33-890B-A9197D876908}" destId="{FCE4C4EE-FE92-44CC-AF6D-DD14D15E0B6D}" srcOrd="1" destOrd="0" parTransId="{F6B00EE9-4898-4151-A63D-503ED2CF6EC2}" sibTransId="{4B951C9C-3B3B-4BC4-8008-9655E412FFF6}"/>
    <dgm:cxn modelId="{E9C048B5-3214-468A-8D85-9F3039C71070}" type="presOf" srcId="{CA1E3419-9ED3-4315-8ACB-039D24F6E986}" destId="{305E7864-AD98-4601-9DE6-CF3CCBD0F5E9}" srcOrd="0" destOrd="0" presId="urn:microsoft.com/office/officeart/2005/8/layout/cycle3"/>
    <dgm:cxn modelId="{FDCA24B7-4628-4829-8B25-33D7E6DEE771}" type="presOf" srcId="{BAD8FB7C-8EEF-480C-9250-BCE686E3E83D}" destId="{44065FFF-4BCF-41B6-B3F7-7633AE0AD79F}" srcOrd="0" destOrd="0" presId="urn:microsoft.com/office/officeart/2005/8/layout/cycle3"/>
    <dgm:cxn modelId="{30B2C0E4-316F-4ACE-9998-F1D8B3887EB5}" type="presOf" srcId="{FCE4C4EE-FE92-44CC-AF6D-DD14D15E0B6D}" destId="{DA70A614-6A13-4B07-A5BA-79F29EF128FA}" srcOrd="0" destOrd="0" presId="urn:microsoft.com/office/officeart/2005/8/layout/cycle3"/>
    <dgm:cxn modelId="{80D63EF4-3692-4B45-89DF-363DB77626FF}" type="presOf" srcId="{9CEBA97D-388A-420B-A087-F7F07311B43A}" destId="{22AE2138-CF3D-43BA-8368-27788076FD53}" srcOrd="0" destOrd="0" presId="urn:microsoft.com/office/officeart/2005/8/layout/cycle3"/>
    <dgm:cxn modelId="{2A528CB5-0C8B-41C3-B076-8156187CCBB6}" type="presParOf" srcId="{5371CF27-9447-4EB5-9458-2DF11D86BBDD}" destId="{6114F1E3-5F11-42E9-B078-5E01EFDE2A88}" srcOrd="0" destOrd="0" presId="urn:microsoft.com/office/officeart/2005/8/layout/cycle3"/>
    <dgm:cxn modelId="{68D7324D-D528-4C77-8D81-9FAB968D4C29}" type="presParOf" srcId="{6114F1E3-5F11-42E9-B078-5E01EFDE2A88}" destId="{305E7864-AD98-4601-9DE6-CF3CCBD0F5E9}" srcOrd="0" destOrd="0" presId="urn:microsoft.com/office/officeart/2005/8/layout/cycle3"/>
    <dgm:cxn modelId="{2B45959F-A157-4B9A-91B4-04962DDBF9CB}" type="presParOf" srcId="{6114F1E3-5F11-42E9-B078-5E01EFDE2A88}" destId="{22AE2138-CF3D-43BA-8368-27788076FD53}" srcOrd="1" destOrd="0" presId="urn:microsoft.com/office/officeart/2005/8/layout/cycle3"/>
    <dgm:cxn modelId="{4C191216-342C-48CC-BC1F-5623FB48CDC7}" type="presParOf" srcId="{6114F1E3-5F11-42E9-B078-5E01EFDE2A88}" destId="{DA70A614-6A13-4B07-A5BA-79F29EF128FA}" srcOrd="2" destOrd="0" presId="urn:microsoft.com/office/officeart/2005/8/layout/cycle3"/>
    <dgm:cxn modelId="{6F5DA200-1E49-4809-8D44-BAEF0B0E7EB2}" type="presParOf" srcId="{6114F1E3-5F11-42E9-B078-5E01EFDE2A88}" destId="{2717ED59-55D6-41B0-970B-4F6AEBC51C51}" srcOrd="3" destOrd="0" presId="urn:microsoft.com/office/officeart/2005/8/layout/cycle3"/>
    <dgm:cxn modelId="{D7388C43-D60E-432F-92D6-5A3383CB87E4}" type="presParOf" srcId="{6114F1E3-5F11-42E9-B078-5E01EFDE2A88}" destId="{44065FFF-4BCF-41B6-B3F7-7633AE0AD79F}" srcOrd="4" destOrd="0" presId="urn:microsoft.com/office/officeart/2005/8/layout/cycle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9A34643-E8D0-4718-9DC0-913CF71BB4F4}" type="doc">
      <dgm:prSet loTypeId="urn:microsoft.com/office/officeart/2005/8/layout/StepDownProcess" loCatId="process" qsTypeId="urn:microsoft.com/office/officeart/2005/8/quickstyle/simple1#5" qsCatId="simple" csTypeId="urn:microsoft.com/office/officeart/2005/8/colors/accent1_2#5" csCatId="accent1" phldr="1"/>
      <dgm:spPr/>
      <dgm:t>
        <a:bodyPr/>
        <a:lstStyle/>
        <a:p>
          <a:endParaRPr lang="en-US"/>
        </a:p>
      </dgm:t>
    </dgm:pt>
    <dgm:pt modelId="{0FBC3068-C12B-4161-82D8-4FBBBDD043A3}">
      <dgm:prSet phldrT="[Text]" phldr="0"/>
      <dgm:spPr/>
      <dgm:t>
        <a:bodyPr/>
        <a:lstStyle/>
        <a:p>
          <a:r>
            <a:rPr lang="en-US" dirty="0"/>
            <a:t>Specify</a:t>
          </a:r>
        </a:p>
      </dgm:t>
    </dgm:pt>
    <dgm:pt modelId="{DFF13281-11D9-429C-B157-7A87758E9B52}" type="parTrans" cxnId="{0EED0431-FB8A-47B7-A820-310C64C403DA}">
      <dgm:prSet/>
      <dgm:spPr/>
      <dgm:t>
        <a:bodyPr/>
        <a:lstStyle/>
        <a:p>
          <a:endParaRPr lang="en-US"/>
        </a:p>
      </dgm:t>
    </dgm:pt>
    <dgm:pt modelId="{4AA55D12-9B7A-4BFA-924B-85AD9A32E17A}" type="sibTrans" cxnId="{0EED0431-FB8A-47B7-A820-310C64C403DA}">
      <dgm:prSet/>
      <dgm:spPr/>
      <dgm:t>
        <a:bodyPr/>
        <a:lstStyle/>
        <a:p>
          <a:endParaRPr lang="en-US"/>
        </a:p>
      </dgm:t>
    </dgm:pt>
    <dgm:pt modelId="{D7E007AA-6B6F-47FE-9F54-D93ED42CDFE2}">
      <dgm:prSet phldrT="[Text]" phldr="0"/>
      <dgm:spPr/>
      <dgm:t>
        <a:bodyPr/>
        <a:lstStyle/>
        <a:p>
          <a:r>
            <a:rPr lang="en-US" dirty="0"/>
            <a:t>Functional Spec (PRD)</a:t>
          </a:r>
        </a:p>
      </dgm:t>
    </dgm:pt>
    <dgm:pt modelId="{AA03D48E-EDE5-460C-8361-6D2ED05560D8}" type="parTrans" cxnId="{7D5B6295-A4C5-4D9E-A050-A2A177B7EE03}">
      <dgm:prSet/>
      <dgm:spPr/>
      <dgm:t>
        <a:bodyPr/>
        <a:lstStyle/>
        <a:p>
          <a:endParaRPr lang="en-US"/>
        </a:p>
      </dgm:t>
    </dgm:pt>
    <dgm:pt modelId="{A3C50551-D41B-47DA-9C33-92CAA1F74724}" type="sibTrans" cxnId="{7D5B6295-A4C5-4D9E-A050-A2A177B7EE03}">
      <dgm:prSet/>
      <dgm:spPr/>
      <dgm:t>
        <a:bodyPr/>
        <a:lstStyle/>
        <a:p>
          <a:endParaRPr lang="en-US"/>
        </a:p>
      </dgm:t>
    </dgm:pt>
    <dgm:pt modelId="{72877580-955F-4E19-B37D-D8504E7389D0}">
      <dgm:prSet phldrT="[Text]" phldr="0"/>
      <dgm:spPr/>
      <dgm:t>
        <a:bodyPr/>
        <a:lstStyle/>
        <a:p>
          <a:r>
            <a:rPr lang="en-US" dirty="0"/>
            <a:t>Design</a:t>
          </a:r>
        </a:p>
      </dgm:t>
    </dgm:pt>
    <dgm:pt modelId="{26ADF552-213B-4403-91C7-56C0E9A1EA15}" type="parTrans" cxnId="{29596EE3-C69A-443B-B5DE-EECCD3607041}">
      <dgm:prSet/>
      <dgm:spPr/>
      <dgm:t>
        <a:bodyPr/>
        <a:lstStyle/>
        <a:p>
          <a:endParaRPr lang="en-US"/>
        </a:p>
      </dgm:t>
    </dgm:pt>
    <dgm:pt modelId="{E550F080-EDA3-46CE-A794-AE9A24473816}" type="sibTrans" cxnId="{29596EE3-C69A-443B-B5DE-EECCD3607041}">
      <dgm:prSet/>
      <dgm:spPr/>
      <dgm:t>
        <a:bodyPr/>
        <a:lstStyle/>
        <a:p>
          <a:endParaRPr lang="en-US"/>
        </a:p>
      </dgm:t>
    </dgm:pt>
    <dgm:pt modelId="{D8DCF0D0-A9F7-4590-81BD-7D85D1A543A9}">
      <dgm:prSet phldrT="[Text]" phldr="0"/>
      <dgm:spPr/>
      <dgm:t>
        <a:bodyPr/>
        <a:lstStyle/>
        <a:p>
          <a:r>
            <a:rPr lang="en-US" dirty="0"/>
            <a:t>Technical Spec</a:t>
          </a:r>
        </a:p>
      </dgm:t>
    </dgm:pt>
    <dgm:pt modelId="{1FC1E6AA-1EAC-4A27-846A-CF3941B3519F}" type="parTrans" cxnId="{57B820F9-EFD2-4388-B166-01FF725E1C05}">
      <dgm:prSet/>
      <dgm:spPr/>
      <dgm:t>
        <a:bodyPr/>
        <a:lstStyle/>
        <a:p>
          <a:endParaRPr lang="en-US"/>
        </a:p>
      </dgm:t>
    </dgm:pt>
    <dgm:pt modelId="{FFE49C1D-BAC1-4FF4-B58F-AA9324DE1E32}" type="sibTrans" cxnId="{57B820F9-EFD2-4388-B166-01FF725E1C05}">
      <dgm:prSet/>
      <dgm:spPr/>
      <dgm:t>
        <a:bodyPr/>
        <a:lstStyle/>
        <a:p>
          <a:endParaRPr lang="en-US"/>
        </a:p>
      </dgm:t>
    </dgm:pt>
    <dgm:pt modelId="{3892CBC5-B39B-4E30-B8C6-CAFD82D8CB5F}">
      <dgm:prSet phldrT="[Text]" phldr="0"/>
      <dgm:spPr/>
      <dgm:t>
        <a:bodyPr/>
        <a:lstStyle/>
        <a:p>
          <a:r>
            <a:rPr lang="en-US" dirty="0"/>
            <a:t>Plan</a:t>
          </a:r>
        </a:p>
      </dgm:t>
    </dgm:pt>
    <dgm:pt modelId="{B9588A0E-2C70-44E7-BE81-7A975DDAA6B0}" type="parTrans" cxnId="{D13E5473-F89E-44C6-B17A-2285A64D2002}">
      <dgm:prSet/>
      <dgm:spPr/>
      <dgm:t>
        <a:bodyPr/>
        <a:lstStyle/>
        <a:p>
          <a:endParaRPr lang="en-US"/>
        </a:p>
      </dgm:t>
    </dgm:pt>
    <dgm:pt modelId="{E65469DE-2750-4994-8F74-1EAA911E387E}" type="sibTrans" cxnId="{D13E5473-F89E-44C6-B17A-2285A64D2002}">
      <dgm:prSet/>
      <dgm:spPr/>
      <dgm:t>
        <a:bodyPr/>
        <a:lstStyle/>
        <a:p>
          <a:endParaRPr lang="en-US"/>
        </a:p>
      </dgm:t>
    </dgm:pt>
    <dgm:pt modelId="{55141870-657D-44C6-A89C-06E98A61108C}">
      <dgm:prSet phldrT="[Text]" phldr="0"/>
      <dgm:spPr/>
      <dgm:t>
        <a:bodyPr/>
        <a:lstStyle/>
        <a:p>
          <a:r>
            <a:rPr lang="en-US" dirty="0"/>
            <a:t>Task List</a:t>
          </a:r>
        </a:p>
      </dgm:t>
    </dgm:pt>
    <dgm:pt modelId="{90653ADD-7048-4BEB-85AC-9F7F5124C943}" type="parTrans" cxnId="{8B9E9451-AEE5-4722-9E10-25A4F461F2A9}">
      <dgm:prSet/>
      <dgm:spPr/>
      <dgm:t>
        <a:bodyPr/>
        <a:lstStyle/>
        <a:p>
          <a:endParaRPr lang="en-US"/>
        </a:p>
      </dgm:t>
    </dgm:pt>
    <dgm:pt modelId="{F5B3E176-020B-4EDC-A9D9-239546AB0531}" type="sibTrans" cxnId="{8B9E9451-AEE5-4722-9E10-25A4F461F2A9}">
      <dgm:prSet/>
      <dgm:spPr/>
      <dgm:t>
        <a:bodyPr/>
        <a:lstStyle/>
        <a:p>
          <a:endParaRPr lang="en-US"/>
        </a:p>
      </dgm:t>
    </dgm:pt>
    <dgm:pt modelId="{695EC7F4-026A-4EC3-9175-505ECA09800D}">
      <dgm:prSet phldrT="[Text]" phldr="0"/>
      <dgm:spPr/>
      <dgm:t>
        <a:bodyPr/>
        <a:lstStyle/>
        <a:p>
          <a:r>
            <a:rPr lang="en-US" dirty="0"/>
            <a:t>Implement</a:t>
          </a:r>
        </a:p>
      </dgm:t>
    </dgm:pt>
    <dgm:pt modelId="{8934B1E2-CD38-4F49-8C6A-70C14AD28C17}" type="parTrans" cxnId="{7A34666A-941B-421C-A10A-98EC7DE374C4}">
      <dgm:prSet/>
      <dgm:spPr/>
      <dgm:t>
        <a:bodyPr/>
        <a:lstStyle/>
        <a:p>
          <a:endParaRPr lang="en-US"/>
        </a:p>
      </dgm:t>
    </dgm:pt>
    <dgm:pt modelId="{7676B55B-7210-41DE-BE87-07C25C730D51}" type="sibTrans" cxnId="{7A34666A-941B-421C-A10A-98EC7DE374C4}">
      <dgm:prSet/>
      <dgm:spPr/>
      <dgm:t>
        <a:bodyPr/>
        <a:lstStyle/>
        <a:p>
          <a:endParaRPr lang="en-US"/>
        </a:p>
      </dgm:t>
    </dgm:pt>
    <dgm:pt modelId="{DA7D39A9-FD91-4AFD-83A5-B88935D3EE5B}">
      <dgm:prSet phldrT="[Text]" phldr="0"/>
      <dgm:spPr/>
      <dgm:t>
        <a:bodyPr/>
        <a:lstStyle/>
        <a:p>
          <a:r>
            <a:rPr lang="en-US" dirty="0"/>
            <a:t>Code Generation</a:t>
          </a:r>
        </a:p>
      </dgm:t>
    </dgm:pt>
    <dgm:pt modelId="{50326F56-ED24-4FC3-9DEB-8E72E1FAC7F4}" type="parTrans" cxnId="{BD42F986-DFF4-43DC-88E1-4A82F149EA5E}">
      <dgm:prSet/>
      <dgm:spPr/>
      <dgm:t>
        <a:bodyPr/>
        <a:lstStyle/>
        <a:p>
          <a:endParaRPr lang="en-US"/>
        </a:p>
      </dgm:t>
    </dgm:pt>
    <dgm:pt modelId="{8F89CF10-76ED-4497-858C-ABE3EA5099B1}" type="sibTrans" cxnId="{BD42F986-DFF4-43DC-88E1-4A82F149EA5E}">
      <dgm:prSet/>
      <dgm:spPr/>
      <dgm:t>
        <a:bodyPr/>
        <a:lstStyle/>
        <a:p>
          <a:endParaRPr lang="en-US"/>
        </a:p>
      </dgm:t>
    </dgm:pt>
    <dgm:pt modelId="{C0447F92-C337-4F37-90BA-FF11D450284A}" type="pres">
      <dgm:prSet presAssocID="{C9A34643-E8D0-4718-9DC0-913CF71BB4F4}" presName="rootnode" presStyleCnt="0">
        <dgm:presLayoutVars>
          <dgm:chMax/>
          <dgm:chPref/>
          <dgm:dir/>
          <dgm:animLvl val="lvl"/>
        </dgm:presLayoutVars>
      </dgm:prSet>
      <dgm:spPr/>
    </dgm:pt>
    <dgm:pt modelId="{3146BF63-78E2-4025-806B-226077A41D98}" type="pres">
      <dgm:prSet presAssocID="{0FBC3068-C12B-4161-82D8-4FBBBDD043A3}" presName="composite" presStyleCnt="0"/>
      <dgm:spPr/>
    </dgm:pt>
    <dgm:pt modelId="{85638A55-5CB2-45DB-9180-630397AAE7A8}" type="pres">
      <dgm:prSet presAssocID="{0FBC3068-C12B-4161-82D8-4FBBBDD043A3}" presName="bentUpArrow1" presStyleLbl="alignImgPlace1" presStyleIdx="0" presStyleCnt="3"/>
      <dgm:spPr/>
    </dgm:pt>
    <dgm:pt modelId="{18E87954-83F1-4D82-BF8A-780B95E79DB7}" type="pres">
      <dgm:prSet presAssocID="{0FBC3068-C12B-4161-82D8-4FBBBDD043A3}" presName="ParentText" presStyleLbl="node1" presStyleIdx="0" presStyleCnt="4">
        <dgm:presLayoutVars>
          <dgm:chMax val="1"/>
          <dgm:chPref val="1"/>
          <dgm:bulletEnabled val="1"/>
        </dgm:presLayoutVars>
      </dgm:prSet>
      <dgm:spPr/>
    </dgm:pt>
    <dgm:pt modelId="{45B83A6F-0959-4806-896C-814780CE3FEC}" type="pres">
      <dgm:prSet presAssocID="{0FBC3068-C12B-4161-82D8-4FBBBDD043A3}" presName="ChildText" presStyleLbl="revTx" presStyleIdx="0" presStyleCnt="4">
        <dgm:presLayoutVars>
          <dgm:chMax val="0"/>
          <dgm:chPref val="0"/>
          <dgm:bulletEnabled val="1"/>
        </dgm:presLayoutVars>
      </dgm:prSet>
      <dgm:spPr/>
    </dgm:pt>
    <dgm:pt modelId="{E8B98FB5-D571-4BFF-94ED-5F8FE2C1F3A8}" type="pres">
      <dgm:prSet presAssocID="{4AA55D12-9B7A-4BFA-924B-85AD9A32E17A}" presName="sibTrans" presStyleCnt="0"/>
      <dgm:spPr/>
    </dgm:pt>
    <dgm:pt modelId="{B14718C4-9ABA-4DC1-B7C8-08C40EBE26B4}" type="pres">
      <dgm:prSet presAssocID="{72877580-955F-4E19-B37D-D8504E7389D0}" presName="composite" presStyleCnt="0"/>
      <dgm:spPr/>
    </dgm:pt>
    <dgm:pt modelId="{82ECA812-70B7-4388-B33E-21607720066B}" type="pres">
      <dgm:prSet presAssocID="{72877580-955F-4E19-B37D-D8504E7389D0}" presName="bentUpArrow1" presStyleLbl="alignImgPlace1" presStyleIdx="1" presStyleCnt="3"/>
      <dgm:spPr/>
    </dgm:pt>
    <dgm:pt modelId="{403A37B2-6A44-4ABD-A492-9004322F8547}" type="pres">
      <dgm:prSet presAssocID="{72877580-955F-4E19-B37D-D8504E7389D0}" presName="ParentText" presStyleLbl="node1" presStyleIdx="1" presStyleCnt="4">
        <dgm:presLayoutVars>
          <dgm:chMax val="1"/>
          <dgm:chPref val="1"/>
          <dgm:bulletEnabled val="1"/>
        </dgm:presLayoutVars>
      </dgm:prSet>
      <dgm:spPr/>
    </dgm:pt>
    <dgm:pt modelId="{79BF1D8B-36A4-4E64-8E9F-3BED8031611B}" type="pres">
      <dgm:prSet presAssocID="{72877580-955F-4E19-B37D-D8504E7389D0}" presName="ChildText" presStyleLbl="revTx" presStyleIdx="1" presStyleCnt="4">
        <dgm:presLayoutVars>
          <dgm:chMax val="0"/>
          <dgm:chPref val="0"/>
          <dgm:bulletEnabled val="1"/>
        </dgm:presLayoutVars>
      </dgm:prSet>
      <dgm:spPr/>
    </dgm:pt>
    <dgm:pt modelId="{3569FF64-40F7-4F8D-A565-012683E1B34E}" type="pres">
      <dgm:prSet presAssocID="{E550F080-EDA3-46CE-A794-AE9A24473816}" presName="sibTrans" presStyleCnt="0"/>
      <dgm:spPr/>
    </dgm:pt>
    <dgm:pt modelId="{7D937512-693E-498A-81EB-CCBE77FAFE0F}" type="pres">
      <dgm:prSet presAssocID="{3892CBC5-B39B-4E30-B8C6-CAFD82D8CB5F}" presName="composite" presStyleCnt="0"/>
      <dgm:spPr/>
    </dgm:pt>
    <dgm:pt modelId="{9D1278A3-1888-4A41-8E6B-EE58CCF82CD8}" type="pres">
      <dgm:prSet presAssocID="{3892CBC5-B39B-4E30-B8C6-CAFD82D8CB5F}" presName="bentUpArrow1" presStyleLbl="alignImgPlace1" presStyleIdx="2" presStyleCnt="3"/>
      <dgm:spPr/>
    </dgm:pt>
    <dgm:pt modelId="{14AF6EA4-224F-4856-BFB3-7EDD41BF4C6C}" type="pres">
      <dgm:prSet presAssocID="{3892CBC5-B39B-4E30-B8C6-CAFD82D8CB5F}" presName="ParentText" presStyleLbl="node1" presStyleIdx="2" presStyleCnt="4">
        <dgm:presLayoutVars>
          <dgm:chMax val="1"/>
          <dgm:chPref val="1"/>
          <dgm:bulletEnabled val="1"/>
        </dgm:presLayoutVars>
      </dgm:prSet>
      <dgm:spPr/>
    </dgm:pt>
    <dgm:pt modelId="{8EAF161E-54A1-469E-BCBD-28624235D871}" type="pres">
      <dgm:prSet presAssocID="{3892CBC5-B39B-4E30-B8C6-CAFD82D8CB5F}" presName="ChildText" presStyleLbl="revTx" presStyleIdx="2" presStyleCnt="4">
        <dgm:presLayoutVars>
          <dgm:chMax val="0"/>
          <dgm:chPref val="0"/>
          <dgm:bulletEnabled val="1"/>
        </dgm:presLayoutVars>
      </dgm:prSet>
      <dgm:spPr/>
    </dgm:pt>
    <dgm:pt modelId="{3C6EF234-086F-4B7E-8752-CADE52ED42B1}" type="pres">
      <dgm:prSet presAssocID="{E65469DE-2750-4994-8F74-1EAA911E387E}" presName="sibTrans" presStyleCnt="0"/>
      <dgm:spPr/>
    </dgm:pt>
    <dgm:pt modelId="{AAC1AE9E-B86D-498B-A07B-100FD2736757}" type="pres">
      <dgm:prSet presAssocID="{695EC7F4-026A-4EC3-9175-505ECA09800D}" presName="composite" presStyleCnt="0"/>
      <dgm:spPr/>
    </dgm:pt>
    <dgm:pt modelId="{216191A2-88C2-43F3-81D9-EBE07239BA67}" type="pres">
      <dgm:prSet presAssocID="{695EC7F4-026A-4EC3-9175-505ECA09800D}" presName="ParentText" presStyleLbl="node1" presStyleIdx="3" presStyleCnt="4">
        <dgm:presLayoutVars>
          <dgm:chMax val="1"/>
          <dgm:chPref val="1"/>
          <dgm:bulletEnabled val="1"/>
        </dgm:presLayoutVars>
      </dgm:prSet>
      <dgm:spPr/>
    </dgm:pt>
    <dgm:pt modelId="{F25ED59C-D5F3-490A-A4D2-3BE8C3DBBA11}" type="pres">
      <dgm:prSet presAssocID="{695EC7F4-026A-4EC3-9175-505ECA09800D}" presName="FinalChildText" presStyleLbl="revTx" presStyleIdx="3" presStyleCnt="4">
        <dgm:presLayoutVars>
          <dgm:chMax val="0"/>
          <dgm:chPref val="0"/>
          <dgm:bulletEnabled val="1"/>
        </dgm:presLayoutVars>
      </dgm:prSet>
      <dgm:spPr/>
    </dgm:pt>
  </dgm:ptLst>
  <dgm:cxnLst>
    <dgm:cxn modelId="{EADF4A14-EF95-4A86-A045-E0B7D79873D2}" type="presOf" srcId="{D8DCF0D0-A9F7-4590-81BD-7D85D1A543A9}" destId="{79BF1D8B-36A4-4E64-8E9F-3BED8031611B}" srcOrd="0" destOrd="0" presId="urn:microsoft.com/office/officeart/2005/8/layout/StepDownProcess"/>
    <dgm:cxn modelId="{B9AD1315-5F73-41F5-B0E0-22880E876A11}" type="presOf" srcId="{D7E007AA-6B6F-47FE-9F54-D93ED42CDFE2}" destId="{45B83A6F-0959-4806-896C-814780CE3FEC}" srcOrd="0" destOrd="0" presId="urn:microsoft.com/office/officeart/2005/8/layout/StepDownProcess"/>
    <dgm:cxn modelId="{3380561D-9B8A-4171-A774-91ABDBFB87DB}" type="presOf" srcId="{72877580-955F-4E19-B37D-D8504E7389D0}" destId="{403A37B2-6A44-4ABD-A492-9004322F8547}" srcOrd="0" destOrd="0" presId="urn:microsoft.com/office/officeart/2005/8/layout/StepDownProcess"/>
    <dgm:cxn modelId="{0EED0431-FB8A-47B7-A820-310C64C403DA}" srcId="{C9A34643-E8D0-4718-9DC0-913CF71BB4F4}" destId="{0FBC3068-C12B-4161-82D8-4FBBBDD043A3}" srcOrd="0" destOrd="0" parTransId="{DFF13281-11D9-429C-B157-7A87758E9B52}" sibTransId="{4AA55D12-9B7A-4BFA-924B-85AD9A32E17A}"/>
    <dgm:cxn modelId="{D94CA133-89CB-4AB9-905A-B6E06F5D4F18}" type="presOf" srcId="{DA7D39A9-FD91-4AFD-83A5-B88935D3EE5B}" destId="{F25ED59C-D5F3-490A-A4D2-3BE8C3DBBA11}" srcOrd="0" destOrd="0" presId="urn:microsoft.com/office/officeart/2005/8/layout/StepDownProcess"/>
    <dgm:cxn modelId="{30ED8162-DA4D-410B-9415-B8469EA2E2DB}" type="presOf" srcId="{3892CBC5-B39B-4E30-B8C6-CAFD82D8CB5F}" destId="{14AF6EA4-224F-4856-BFB3-7EDD41BF4C6C}" srcOrd="0" destOrd="0" presId="urn:microsoft.com/office/officeart/2005/8/layout/StepDownProcess"/>
    <dgm:cxn modelId="{7A34666A-941B-421C-A10A-98EC7DE374C4}" srcId="{C9A34643-E8D0-4718-9DC0-913CF71BB4F4}" destId="{695EC7F4-026A-4EC3-9175-505ECA09800D}" srcOrd="3" destOrd="0" parTransId="{8934B1E2-CD38-4F49-8C6A-70C14AD28C17}" sibTransId="{7676B55B-7210-41DE-BE87-07C25C730D51}"/>
    <dgm:cxn modelId="{356E646B-F0EE-41D7-A877-C25B789106AB}" type="presOf" srcId="{0FBC3068-C12B-4161-82D8-4FBBBDD043A3}" destId="{18E87954-83F1-4D82-BF8A-780B95E79DB7}" srcOrd="0" destOrd="0" presId="urn:microsoft.com/office/officeart/2005/8/layout/StepDownProcess"/>
    <dgm:cxn modelId="{8B9E9451-AEE5-4722-9E10-25A4F461F2A9}" srcId="{3892CBC5-B39B-4E30-B8C6-CAFD82D8CB5F}" destId="{55141870-657D-44C6-A89C-06E98A61108C}" srcOrd="0" destOrd="0" parTransId="{90653ADD-7048-4BEB-85AC-9F7F5124C943}" sibTransId="{F5B3E176-020B-4EDC-A9D9-239546AB0531}"/>
    <dgm:cxn modelId="{D13E5473-F89E-44C6-B17A-2285A64D2002}" srcId="{C9A34643-E8D0-4718-9DC0-913CF71BB4F4}" destId="{3892CBC5-B39B-4E30-B8C6-CAFD82D8CB5F}" srcOrd="2" destOrd="0" parTransId="{B9588A0E-2C70-44E7-BE81-7A975DDAA6B0}" sibTransId="{E65469DE-2750-4994-8F74-1EAA911E387E}"/>
    <dgm:cxn modelId="{52DA9E58-F624-42AB-8F58-7B78F24C98B2}" type="presOf" srcId="{C9A34643-E8D0-4718-9DC0-913CF71BB4F4}" destId="{C0447F92-C337-4F37-90BA-FF11D450284A}" srcOrd="0" destOrd="0" presId="urn:microsoft.com/office/officeart/2005/8/layout/StepDownProcess"/>
    <dgm:cxn modelId="{BD42F986-DFF4-43DC-88E1-4A82F149EA5E}" srcId="{695EC7F4-026A-4EC3-9175-505ECA09800D}" destId="{DA7D39A9-FD91-4AFD-83A5-B88935D3EE5B}" srcOrd="0" destOrd="0" parTransId="{50326F56-ED24-4FC3-9DEB-8E72E1FAC7F4}" sibTransId="{8F89CF10-76ED-4497-858C-ABE3EA5099B1}"/>
    <dgm:cxn modelId="{7D5B6295-A4C5-4D9E-A050-A2A177B7EE03}" srcId="{0FBC3068-C12B-4161-82D8-4FBBBDD043A3}" destId="{D7E007AA-6B6F-47FE-9F54-D93ED42CDFE2}" srcOrd="0" destOrd="0" parTransId="{AA03D48E-EDE5-460C-8361-6D2ED05560D8}" sibTransId="{A3C50551-D41B-47DA-9C33-92CAA1F74724}"/>
    <dgm:cxn modelId="{F200C9C1-F814-45E5-8C63-D22A5CDC8873}" type="presOf" srcId="{55141870-657D-44C6-A89C-06E98A61108C}" destId="{8EAF161E-54A1-469E-BCBD-28624235D871}" srcOrd="0" destOrd="0" presId="urn:microsoft.com/office/officeart/2005/8/layout/StepDownProcess"/>
    <dgm:cxn modelId="{29596EE3-C69A-443B-B5DE-EECCD3607041}" srcId="{C9A34643-E8D0-4718-9DC0-913CF71BB4F4}" destId="{72877580-955F-4E19-B37D-D8504E7389D0}" srcOrd="1" destOrd="0" parTransId="{26ADF552-213B-4403-91C7-56C0E9A1EA15}" sibTransId="{E550F080-EDA3-46CE-A794-AE9A24473816}"/>
    <dgm:cxn modelId="{F2DBBAE8-41FB-4EF3-AA4E-6BECD9391B0F}" type="presOf" srcId="{695EC7F4-026A-4EC3-9175-505ECA09800D}" destId="{216191A2-88C2-43F3-81D9-EBE07239BA67}" srcOrd="0" destOrd="0" presId="urn:microsoft.com/office/officeart/2005/8/layout/StepDownProcess"/>
    <dgm:cxn modelId="{57B820F9-EFD2-4388-B166-01FF725E1C05}" srcId="{72877580-955F-4E19-B37D-D8504E7389D0}" destId="{D8DCF0D0-A9F7-4590-81BD-7D85D1A543A9}" srcOrd="0" destOrd="0" parTransId="{1FC1E6AA-1EAC-4A27-846A-CF3941B3519F}" sibTransId="{FFE49C1D-BAC1-4FF4-B58F-AA9324DE1E32}"/>
    <dgm:cxn modelId="{0C173EC4-5D8D-4392-875E-0137F3E2D002}" type="presParOf" srcId="{C0447F92-C337-4F37-90BA-FF11D450284A}" destId="{3146BF63-78E2-4025-806B-226077A41D98}" srcOrd="0" destOrd="0" presId="urn:microsoft.com/office/officeart/2005/8/layout/StepDownProcess"/>
    <dgm:cxn modelId="{EE7EED43-ED46-414C-A954-7B9C94F7F736}" type="presParOf" srcId="{3146BF63-78E2-4025-806B-226077A41D98}" destId="{85638A55-5CB2-45DB-9180-630397AAE7A8}" srcOrd="0" destOrd="0" presId="urn:microsoft.com/office/officeart/2005/8/layout/StepDownProcess"/>
    <dgm:cxn modelId="{2EC65648-EB2A-4DB8-87A1-FAAB83406D6E}" type="presParOf" srcId="{3146BF63-78E2-4025-806B-226077A41D98}" destId="{18E87954-83F1-4D82-BF8A-780B95E79DB7}" srcOrd="1" destOrd="0" presId="urn:microsoft.com/office/officeart/2005/8/layout/StepDownProcess"/>
    <dgm:cxn modelId="{30963DE8-1B16-44BF-801A-5272F60AB2E7}" type="presParOf" srcId="{3146BF63-78E2-4025-806B-226077A41D98}" destId="{45B83A6F-0959-4806-896C-814780CE3FEC}" srcOrd="2" destOrd="0" presId="urn:microsoft.com/office/officeart/2005/8/layout/StepDownProcess"/>
    <dgm:cxn modelId="{C709DF7C-CCEC-4B14-B643-E79B1C06852B}" type="presParOf" srcId="{C0447F92-C337-4F37-90BA-FF11D450284A}" destId="{E8B98FB5-D571-4BFF-94ED-5F8FE2C1F3A8}" srcOrd="1" destOrd="0" presId="urn:microsoft.com/office/officeart/2005/8/layout/StepDownProcess"/>
    <dgm:cxn modelId="{F5D6F4D8-7DEC-4D89-A35D-E26A775733F1}" type="presParOf" srcId="{C0447F92-C337-4F37-90BA-FF11D450284A}" destId="{B14718C4-9ABA-4DC1-B7C8-08C40EBE26B4}" srcOrd="2" destOrd="0" presId="urn:microsoft.com/office/officeart/2005/8/layout/StepDownProcess"/>
    <dgm:cxn modelId="{5C6E8FE5-ABCE-4E2E-AE09-9C5EC634177B}" type="presParOf" srcId="{B14718C4-9ABA-4DC1-B7C8-08C40EBE26B4}" destId="{82ECA812-70B7-4388-B33E-21607720066B}" srcOrd="0" destOrd="0" presId="urn:microsoft.com/office/officeart/2005/8/layout/StepDownProcess"/>
    <dgm:cxn modelId="{FD484190-BC1C-42EF-AC19-1A6BD81729DB}" type="presParOf" srcId="{B14718C4-9ABA-4DC1-B7C8-08C40EBE26B4}" destId="{403A37B2-6A44-4ABD-A492-9004322F8547}" srcOrd="1" destOrd="0" presId="urn:microsoft.com/office/officeart/2005/8/layout/StepDownProcess"/>
    <dgm:cxn modelId="{CAEFC267-45EB-4624-8D96-58BA7CE96A9F}" type="presParOf" srcId="{B14718C4-9ABA-4DC1-B7C8-08C40EBE26B4}" destId="{79BF1D8B-36A4-4E64-8E9F-3BED8031611B}" srcOrd="2" destOrd="0" presId="urn:microsoft.com/office/officeart/2005/8/layout/StepDownProcess"/>
    <dgm:cxn modelId="{46BCB57E-4155-4A5C-805F-C6BCC09A9E99}" type="presParOf" srcId="{C0447F92-C337-4F37-90BA-FF11D450284A}" destId="{3569FF64-40F7-4F8D-A565-012683E1B34E}" srcOrd="3" destOrd="0" presId="urn:microsoft.com/office/officeart/2005/8/layout/StepDownProcess"/>
    <dgm:cxn modelId="{B9A1C51F-4961-40BC-A729-BA767B3CAB39}" type="presParOf" srcId="{C0447F92-C337-4F37-90BA-FF11D450284A}" destId="{7D937512-693E-498A-81EB-CCBE77FAFE0F}" srcOrd="4" destOrd="0" presId="urn:microsoft.com/office/officeart/2005/8/layout/StepDownProcess"/>
    <dgm:cxn modelId="{D3A33942-020B-4F35-BEA1-3CA9ED35C8CD}" type="presParOf" srcId="{7D937512-693E-498A-81EB-CCBE77FAFE0F}" destId="{9D1278A3-1888-4A41-8E6B-EE58CCF82CD8}" srcOrd="0" destOrd="0" presId="urn:microsoft.com/office/officeart/2005/8/layout/StepDownProcess"/>
    <dgm:cxn modelId="{F0B8E9C9-9E1F-4F3B-BCBD-38579AB8BE4B}" type="presParOf" srcId="{7D937512-693E-498A-81EB-CCBE77FAFE0F}" destId="{14AF6EA4-224F-4856-BFB3-7EDD41BF4C6C}" srcOrd="1" destOrd="0" presId="urn:microsoft.com/office/officeart/2005/8/layout/StepDownProcess"/>
    <dgm:cxn modelId="{6C71EAE6-FBB6-4996-971D-C3BC02F65454}" type="presParOf" srcId="{7D937512-693E-498A-81EB-CCBE77FAFE0F}" destId="{8EAF161E-54A1-469E-BCBD-28624235D871}" srcOrd="2" destOrd="0" presId="urn:microsoft.com/office/officeart/2005/8/layout/StepDownProcess"/>
    <dgm:cxn modelId="{E43F47D5-A94E-4639-A016-C058D48F7009}" type="presParOf" srcId="{C0447F92-C337-4F37-90BA-FF11D450284A}" destId="{3C6EF234-086F-4B7E-8752-CADE52ED42B1}" srcOrd="5" destOrd="0" presId="urn:microsoft.com/office/officeart/2005/8/layout/StepDownProcess"/>
    <dgm:cxn modelId="{B443FBA9-ECB7-48BB-85D4-423670C0BCBF}" type="presParOf" srcId="{C0447F92-C337-4F37-90BA-FF11D450284A}" destId="{AAC1AE9E-B86D-498B-A07B-100FD2736757}" srcOrd="6" destOrd="0" presId="urn:microsoft.com/office/officeart/2005/8/layout/StepDownProcess"/>
    <dgm:cxn modelId="{FA8422E1-D0B7-4039-BD8C-DFD473090C2F}" type="presParOf" srcId="{AAC1AE9E-B86D-498B-A07B-100FD2736757}" destId="{216191A2-88C2-43F3-81D9-EBE07239BA67}" srcOrd="0" destOrd="0" presId="urn:microsoft.com/office/officeart/2005/8/layout/StepDownProcess"/>
    <dgm:cxn modelId="{89F47B60-CB5E-4184-AA15-566638B5DCFE}" type="presParOf" srcId="{AAC1AE9E-B86D-498B-A07B-100FD2736757}" destId="{F25ED59C-D5F3-490A-A4D2-3BE8C3DBBA11}" srcOrd="1" destOrd="0" presId="urn:microsoft.com/office/officeart/2005/8/layout/StepDown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9A34643-E8D0-4718-9DC0-913CF71BB4F4}" type="doc">
      <dgm:prSet loTypeId="urn:microsoft.com/office/officeart/2005/8/layout/StepDownProcess" loCatId="process" qsTypeId="urn:microsoft.com/office/officeart/2005/8/quickstyle/simple1#6" qsCatId="simple" csTypeId="urn:microsoft.com/office/officeart/2005/8/colors/accent1_2#6" csCatId="accent1" phldr="1"/>
      <dgm:spPr/>
      <dgm:t>
        <a:bodyPr/>
        <a:lstStyle/>
        <a:p>
          <a:endParaRPr lang="en-US"/>
        </a:p>
      </dgm:t>
    </dgm:pt>
    <dgm:pt modelId="{0FBC3068-C12B-4161-82D8-4FBBBDD043A3}">
      <dgm:prSet phldrT="[Text]" phldr="0"/>
      <dgm:spPr/>
      <dgm:t>
        <a:bodyPr/>
        <a:lstStyle/>
        <a:p>
          <a:r>
            <a:rPr lang="en-US" dirty="0"/>
            <a:t>Specify</a:t>
          </a:r>
        </a:p>
      </dgm:t>
    </dgm:pt>
    <dgm:pt modelId="{DFF13281-11D9-429C-B157-7A87758E9B52}" type="parTrans" cxnId="{0EED0431-FB8A-47B7-A820-310C64C403DA}">
      <dgm:prSet/>
      <dgm:spPr/>
      <dgm:t>
        <a:bodyPr/>
        <a:lstStyle/>
        <a:p>
          <a:endParaRPr lang="en-US"/>
        </a:p>
      </dgm:t>
    </dgm:pt>
    <dgm:pt modelId="{4AA55D12-9B7A-4BFA-924B-85AD9A32E17A}" type="sibTrans" cxnId="{0EED0431-FB8A-47B7-A820-310C64C403DA}">
      <dgm:prSet/>
      <dgm:spPr/>
      <dgm:t>
        <a:bodyPr/>
        <a:lstStyle/>
        <a:p>
          <a:endParaRPr lang="en-US"/>
        </a:p>
      </dgm:t>
    </dgm:pt>
    <dgm:pt modelId="{D7E007AA-6B6F-47FE-9F54-D93ED42CDFE2}">
      <dgm:prSet phldrT="[Text]" phldr="0"/>
      <dgm:spPr/>
      <dgm:t>
        <a:bodyPr/>
        <a:lstStyle/>
        <a:p>
          <a:r>
            <a:rPr lang="en-US" dirty="0"/>
            <a:t>Functional Spec (PRD)</a:t>
          </a:r>
        </a:p>
      </dgm:t>
    </dgm:pt>
    <dgm:pt modelId="{AA03D48E-EDE5-460C-8361-6D2ED05560D8}" type="parTrans" cxnId="{7D5B6295-A4C5-4D9E-A050-A2A177B7EE03}">
      <dgm:prSet/>
      <dgm:spPr/>
      <dgm:t>
        <a:bodyPr/>
        <a:lstStyle/>
        <a:p>
          <a:endParaRPr lang="en-US"/>
        </a:p>
      </dgm:t>
    </dgm:pt>
    <dgm:pt modelId="{A3C50551-D41B-47DA-9C33-92CAA1F74724}" type="sibTrans" cxnId="{7D5B6295-A4C5-4D9E-A050-A2A177B7EE03}">
      <dgm:prSet/>
      <dgm:spPr/>
      <dgm:t>
        <a:bodyPr/>
        <a:lstStyle/>
        <a:p>
          <a:endParaRPr lang="en-US"/>
        </a:p>
      </dgm:t>
    </dgm:pt>
    <dgm:pt modelId="{72877580-955F-4E19-B37D-D8504E7389D0}">
      <dgm:prSet phldrT="[Text]" phldr="0"/>
      <dgm:spPr/>
      <dgm:t>
        <a:bodyPr/>
        <a:lstStyle/>
        <a:p>
          <a:r>
            <a:rPr lang="en-US" dirty="0"/>
            <a:t>Design</a:t>
          </a:r>
        </a:p>
      </dgm:t>
    </dgm:pt>
    <dgm:pt modelId="{26ADF552-213B-4403-91C7-56C0E9A1EA15}" type="parTrans" cxnId="{29596EE3-C69A-443B-B5DE-EECCD3607041}">
      <dgm:prSet/>
      <dgm:spPr/>
      <dgm:t>
        <a:bodyPr/>
        <a:lstStyle/>
        <a:p>
          <a:endParaRPr lang="en-US"/>
        </a:p>
      </dgm:t>
    </dgm:pt>
    <dgm:pt modelId="{E550F080-EDA3-46CE-A794-AE9A24473816}" type="sibTrans" cxnId="{29596EE3-C69A-443B-B5DE-EECCD3607041}">
      <dgm:prSet/>
      <dgm:spPr/>
      <dgm:t>
        <a:bodyPr/>
        <a:lstStyle/>
        <a:p>
          <a:endParaRPr lang="en-US"/>
        </a:p>
      </dgm:t>
    </dgm:pt>
    <dgm:pt modelId="{D8DCF0D0-A9F7-4590-81BD-7D85D1A543A9}">
      <dgm:prSet phldrT="[Text]" phldr="0"/>
      <dgm:spPr/>
      <dgm:t>
        <a:bodyPr/>
        <a:lstStyle/>
        <a:p>
          <a:r>
            <a:rPr lang="en-US" dirty="0"/>
            <a:t>Technical Spec</a:t>
          </a:r>
        </a:p>
      </dgm:t>
    </dgm:pt>
    <dgm:pt modelId="{1FC1E6AA-1EAC-4A27-846A-CF3941B3519F}" type="parTrans" cxnId="{57B820F9-EFD2-4388-B166-01FF725E1C05}">
      <dgm:prSet/>
      <dgm:spPr/>
      <dgm:t>
        <a:bodyPr/>
        <a:lstStyle/>
        <a:p>
          <a:endParaRPr lang="en-US"/>
        </a:p>
      </dgm:t>
    </dgm:pt>
    <dgm:pt modelId="{FFE49C1D-BAC1-4FF4-B58F-AA9324DE1E32}" type="sibTrans" cxnId="{57B820F9-EFD2-4388-B166-01FF725E1C05}">
      <dgm:prSet/>
      <dgm:spPr/>
      <dgm:t>
        <a:bodyPr/>
        <a:lstStyle/>
        <a:p>
          <a:endParaRPr lang="en-US"/>
        </a:p>
      </dgm:t>
    </dgm:pt>
    <dgm:pt modelId="{3892CBC5-B39B-4E30-B8C6-CAFD82D8CB5F}">
      <dgm:prSet phldrT="[Text]" phldr="0"/>
      <dgm:spPr/>
      <dgm:t>
        <a:bodyPr/>
        <a:lstStyle/>
        <a:p>
          <a:r>
            <a:rPr lang="en-US" dirty="0"/>
            <a:t>Plan</a:t>
          </a:r>
        </a:p>
      </dgm:t>
    </dgm:pt>
    <dgm:pt modelId="{B9588A0E-2C70-44E7-BE81-7A975DDAA6B0}" type="parTrans" cxnId="{D13E5473-F89E-44C6-B17A-2285A64D2002}">
      <dgm:prSet/>
      <dgm:spPr/>
      <dgm:t>
        <a:bodyPr/>
        <a:lstStyle/>
        <a:p>
          <a:endParaRPr lang="en-US"/>
        </a:p>
      </dgm:t>
    </dgm:pt>
    <dgm:pt modelId="{E65469DE-2750-4994-8F74-1EAA911E387E}" type="sibTrans" cxnId="{D13E5473-F89E-44C6-B17A-2285A64D2002}">
      <dgm:prSet/>
      <dgm:spPr/>
      <dgm:t>
        <a:bodyPr/>
        <a:lstStyle/>
        <a:p>
          <a:endParaRPr lang="en-US"/>
        </a:p>
      </dgm:t>
    </dgm:pt>
    <dgm:pt modelId="{55141870-657D-44C6-A89C-06E98A61108C}">
      <dgm:prSet phldrT="[Text]" phldr="0"/>
      <dgm:spPr/>
      <dgm:t>
        <a:bodyPr/>
        <a:lstStyle/>
        <a:p>
          <a:r>
            <a:rPr lang="en-US" dirty="0"/>
            <a:t>Task List</a:t>
          </a:r>
        </a:p>
      </dgm:t>
    </dgm:pt>
    <dgm:pt modelId="{90653ADD-7048-4BEB-85AC-9F7F5124C943}" type="parTrans" cxnId="{8B9E9451-AEE5-4722-9E10-25A4F461F2A9}">
      <dgm:prSet/>
      <dgm:spPr/>
      <dgm:t>
        <a:bodyPr/>
        <a:lstStyle/>
        <a:p>
          <a:endParaRPr lang="en-US"/>
        </a:p>
      </dgm:t>
    </dgm:pt>
    <dgm:pt modelId="{F5B3E176-020B-4EDC-A9D9-239546AB0531}" type="sibTrans" cxnId="{8B9E9451-AEE5-4722-9E10-25A4F461F2A9}">
      <dgm:prSet/>
      <dgm:spPr/>
      <dgm:t>
        <a:bodyPr/>
        <a:lstStyle/>
        <a:p>
          <a:endParaRPr lang="en-US"/>
        </a:p>
      </dgm:t>
    </dgm:pt>
    <dgm:pt modelId="{695EC7F4-026A-4EC3-9175-505ECA09800D}">
      <dgm:prSet phldrT="[Text]" phldr="0"/>
      <dgm:spPr/>
      <dgm:t>
        <a:bodyPr/>
        <a:lstStyle/>
        <a:p>
          <a:r>
            <a:rPr lang="en-US" dirty="0"/>
            <a:t>Implement</a:t>
          </a:r>
        </a:p>
      </dgm:t>
    </dgm:pt>
    <dgm:pt modelId="{8934B1E2-CD38-4F49-8C6A-70C14AD28C17}" type="parTrans" cxnId="{7A34666A-941B-421C-A10A-98EC7DE374C4}">
      <dgm:prSet/>
      <dgm:spPr/>
      <dgm:t>
        <a:bodyPr/>
        <a:lstStyle/>
        <a:p>
          <a:endParaRPr lang="en-US"/>
        </a:p>
      </dgm:t>
    </dgm:pt>
    <dgm:pt modelId="{7676B55B-7210-41DE-BE87-07C25C730D51}" type="sibTrans" cxnId="{7A34666A-941B-421C-A10A-98EC7DE374C4}">
      <dgm:prSet/>
      <dgm:spPr/>
      <dgm:t>
        <a:bodyPr/>
        <a:lstStyle/>
        <a:p>
          <a:endParaRPr lang="en-US"/>
        </a:p>
      </dgm:t>
    </dgm:pt>
    <dgm:pt modelId="{DA7D39A9-FD91-4AFD-83A5-B88935D3EE5B}">
      <dgm:prSet phldrT="[Text]" phldr="0"/>
      <dgm:spPr/>
      <dgm:t>
        <a:bodyPr/>
        <a:lstStyle/>
        <a:p>
          <a:r>
            <a:rPr lang="en-US" dirty="0"/>
            <a:t>Code Generation</a:t>
          </a:r>
        </a:p>
      </dgm:t>
    </dgm:pt>
    <dgm:pt modelId="{50326F56-ED24-4FC3-9DEB-8E72E1FAC7F4}" type="parTrans" cxnId="{BD42F986-DFF4-43DC-88E1-4A82F149EA5E}">
      <dgm:prSet/>
      <dgm:spPr/>
      <dgm:t>
        <a:bodyPr/>
        <a:lstStyle/>
        <a:p>
          <a:endParaRPr lang="en-US"/>
        </a:p>
      </dgm:t>
    </dgm:pt>
    <dgm:pt modelId="{8F89CF10-76ED-4497-858C-ABE3EA5099B1}" type="sibTrans" cxnId="{BD42F986-DFF4-43DC-88E1-4A82F149EA5E}">
      <dgm:prSet/>
      <dgm:spPr/>
      <dgm:t>
        <a:bodyPr/>
        <a:lstStyle/>
        <a:p>
          <a:endParaRPr lang="en-US"/>
        </a:p>
      </dgm:t>
    </dgm:pt>
    <dgm:pt modelId="{C0447F92-C337-4F37-90BA-FF11D450284A}" type="pres">
      <dgm:prSet presAssocID="{C9A34643-E8D0-4718-9DC0-913CF71BB4F4}" presName="rootnode" presStyleCnt="0">
        <dgm:presLayoutVars>
          <dgm:chMax/>
          <dgm:chPref/>
          <dgm:dir/>
          <dgm:animLvl val="lvl"/>
        </dgm:presLayoutVars>
      </dgm:prSet>
      <dgm:spPr/>
    </dgm:pt>
    <dgm:pt modelId="{3146BF63-78E2-4025-806B-226077A41D98}" type="pres">
      <dgm:prSet presAssocID="{0FBC3068-C12B-4161-82D8-4FBBBDD043A3}" presName="composite" presStyleCnt="0"/>
      <dgm:spPr/>
    </dgm:pt>
    <dgm:pt modelId="{85638A55-5CB2-45DB-9180-630397AAE7A8}" type="pres">
      <dgm:prSet presAssocID="{0FBC3068-C12B-4161-82D8-4FBBBDD043A3}" presName="bentUpArrow1" presStyleLbl="alignImgPlace1" presStyleIdx="0" presStyleCnt="3"/>
      <dgm:spPr/>
    </dgm:pt>
    <dgm:pt modelId="{18E87954-83F1-4D82-BF8A-780B95E79DB7}" type="pres">
      <dgm:prSet presAssocID="{0FBC3068-C12B-4161-82D8-4FBBBDD043A3}" presName="ParentText" presStyleLbl="node1" presStyleIdx="0" presStyleCnt="4">
        <dgm:presLayoutVars>
          <dgm:chMax val="1"/>
          <dgm:chPref val="1"/>
          <dgm:bulletEnabled val="1"/>
        </dgm:presLayoutVars>
      </dgm:prSet>
      <dgm:spPr/>
    </dgm:pt>
    <dgm:pt modelId="{45B83A6F-0959-4806-896C-814780CE3FEC}" type="pres">
      <dgm:prSet presAssocID="{0FBC3068-C12B-4161-82D8-4FBBBDD043A3}" presName="ChildText" presStyleLbl="revTx" presStyleIdx="0" presStyleCnt="4">
        <dgm:presLayoutVars>
          <dgm:chMax val="0"/>
          <dgm:chPref val="0"/>
          <dgm:bulletEnabled val="1"/>
        </dgm:presLayoutVars>
      </dgm:prSet>
      <dgm:spPr/>
    </dgm:pt>
    <dgm:pt modelId="{E8B98FB5-D571-4BFF-94ED-5F8FE2C1F3A8}" type="pres">
      <dgm:prSet presAssocID="{4AA55D12-9B7A-4BFA-924B-85AD9A32E17A}" presName="sibTrans" presStyleCnt="0"/>
      <dgm:spPr/>
    </dgm:pt>
    <dgm:pt modelId="{B14718C4-9ABA-4DC1-B7C8-08C40EBE26B4}" type="pres">
      <dgm:prSet presAssocID="{72877580-955F-4E19-B37D-D8504E7389D0}" presName="composite" presStyleCnt="0"/>
      <dgm:spPr/>
    </dgm:pt>
    <dgm:pt modelId="{82ECA812-70B7-4388-B33E-21607720066B}" type="pres">
      <dgm:prSet presAssocID="{72877580-955F-4E19-B37D-D8504E7389D0}" presName="bentUpArrow1" presStyleLbl="alignImgPlace1" presStyleIdx="1" presStyleCnt="3"/>
      <dgm:spPr/>
    </dgm:pt>
    <dgm:pt modelId="{403A37B2-6A44-4ABD-A492-9004322F8547}" type="pres">
      <dgm:prSet presAssocID="{72877580-955F-4E19-B37D-D8504E7389D0}" presName="ParentText" presStyleLbl="node1" presStyleIdx="1" presStyleCnt="4">
        <dgm:presLayoutVars>
          <dgm:chMax val="1"/>
          <dgm:chPref val="1"/>
          <dgm:bulletEnabled val="1"/>
        </dgm:presLayoutVars>
      </dgm:prSet>
      <dgm:spPr/>
    </dgm:pt>
    <dgm:pt modelId="{79BF1D8B-36A4-4E64-8E9F-3BED8031611B}" type="pres">
      <dgm:prSet presAssocID="{72877580-955F-4E19-B37D-D8504E7389D0}" presName="ChildText" presStyleLbl="revTx" presStyleIdx="1" presStyleCnt="4">
        <dgm:presLayoutVars>
          <dgm:chMax val="0"/>
          <dgm:chPref val="0"/>
          <dgm:bulletEnabled val="1"/>
        </dgm:presLayoutVars>
      </dgm:prSet>
      <dgm:spPr/>
    </dgm:pt>
    <dgm:pt modelId="{3569FF64-40F7-4F8D-A565-012683E1B34E}" type="pres">
      <dgm:prSet presAssocID="{E550F080-EDA3-46CE-A794-AE9A24473816}" presName="sibTrans" presStyleCnt="0"/>
      <dgm:spPr/>
    </dgm:pt>
    <dgm:pt modelId="{7D937512-693E-498A-81EB-CCBE77FAFE0F}" type="pres">
      <dgm:prSet presAssocID="{3892CBC5-B39B-4E30-B8C6-CAFD82D8CB5F}" presName="composite" presStyleCnt="0"/>
      <dgm:spPr/>
    </dgm:pt>
    <dgm:pt modelId="{9D1278A3-1888-4A41-8E6B-EE58CCF82CD8}" type="pres">
      <dgm:prSet presAssocID="{3892CBC5-B39B-4E30-B8C6-CAFD82D8CB5F}" presName="bentUpArrow1" presStyleLbl="alignImgPlace1" presStyleIdx="2" presStyleCnt="3"/>
      <dgm:spPr/>
    </dgm:pt>
    <dgm:pt modelId="{14AF6EA4-224F-4856-BFB3-7EDD41BF4C6C}" type="pres">
      <dgm:prSet presAssocID="{3892CBC5-B39B-4E30-B8C6-CAFD82D8CB5F}" presName="ParentText" presStyleLbl="node1" presStyleIdx="2" presStyleCnt="4">
        <dgm:presLayoutVars>
          <dgm:chMax val="1"/>
          <dgm:chPref val="1"/>
          <dgm:bulletEnabled val="1"/>
        </dgm:presLayoutVars>
      </dgm:prSet>
      <dgm:spPr/>
    </dgm:pt>
    <dgm:pt modelId="{8EAF161E-54A1-469E-BCBD-28624235D871}" type="pres">
      <dgm:prSet presAssocID="{3892CBC5-B39B-4E30-B8C6-CAFD82D8CB5F}" presName="ChildText" presStyleLbl="revTx" presStyleIdx="2" presStyleCnt="4">
        <dgm:presLayoutVars>
          <dgm:chMax val="0"/>
          <dgm:chPref val="0"/>
          <dgm:bulletEnabled val="1"/>
        </dgm:presLayoutVars>
      </dgm:prSet>
      <dgm:spPr/>
    </dgm:pt>
    <dgm:pt modelId="{3C6EF234-086F-4B7E-8752-CADE52ED42B1}" type="pres">
      <dgm:prSet presAssocID="{E65469DE-2750-4994-8F74-1EAA911E387E}" presName="sibTrans" presStyleCnt="0"/>
      <dgm:spPr/>
    </dgm:pt>
    <dgm:pt modelId="{AAC1AE9E-B86D-498B-A07B-100FD2736757}" type="pres">
      <dgm:prSet presAssocID="{695EC7F4-026A-4EC3-9175-505ECA09800D}" presName="composite" presStyleCnt="0"/>
      <dgm:spPr/>
    </dgm:pt>
    <dgm:pt modelId="{216191A2-88C2-43F3-81D9-EBE07239BA67}" type="pres">
      <dgm:prSet presAssocID="{695EC7F4-026A-4EC3-9175-505ECA09800D}" presName="ParentText" presStyleLbl="node1" presStyleIdx="3" presStyleCnt="4">
        <dgm:presLayoutVars>
          <dgm:chMax val="1"/>
          <dgm:chPref val="1"/>
          <dgm:bulletEnabled val="1"/>
        </dgm:presLayoutVars>
      </dgm:prSet>
      <dgm:spPr/>
    </dgm:pt>
    <dgm:pt modelId="{F25ED59C-D5F3-490A-A4D2-3BE8C3DBBA11}" type="pres">
      <dgm:prSet presAssocID="{695EC7F4-026A-4EC3-9175-505ECA09800D}" presName="FinalChildText" presStyleLbl="revTx" presStyleIdx="3" presStyleCnt="4">
        <dgm:presLayoutVars>
          <dgm:chMax val="0"/>
          <dgm:chPref val="0"/>
          <dgm:bulletEnabled val="1"/>
        </dgm:presLayoutVars>
      </dgm:prSet>
      <dgm:spPr/>
    </dgm:pt>
  </dgm:ptLst>
  <dgm:cxnLst>
    <dgm:cxn modelId="{37C7EA1D-6D5B-4EBD-A525-8F255CF40534}" type="presOf" srcId="{55141870-657D-44C6-A89C-06E98A61108C}" destId="{8EAF161E-54A1-469E-BCBD-28624235D871}" srcOrd="0" destOrd="0" presId="urn:microsoft.com/office/officeart/2005/8/layout/StepDownProcess"/>
    <dgm:cxn modelId="{E2B4E026-A58B-45B4-B3AB-B9D2E5333E19}" type="presOf" srcId="{72877580-955F-4E19-B37D-D8504E7389D0}" destId="{403A37B2-6A44-4ABD-A492-9004322F8547}" srcOrd="0" destOrd="0" presId="urn:microsoft.com/office/officeart/2005/8/layout/StepDownProcess"/>
    <dgm:cxn modelId="{0EED0431-FB8A-47B7-A820-310C64C403DA}" srcId="{C9A34643-E8D0-4718-9DC0-913CF71BB4F4}" destId="{0FBC3068-C12B-4161-82D8-4FBBBDD043A3}" srcOrd="0" destOrd="0" parTransId="{DFF13281-11D9-429C-B157-7A87758E9B52}" sibTransId="{4AA55D12-9B7A-4BFA-924B-85AD9A32E17A}"/>
    <dgm:cxn modelId="{D94CA133-89CB-4AB9-905A-B6E06F5D4F18}" type="presOf" srcId="{DA7D39A9-FD91-4AFD-83A5-B88935D3EE5B}" destId="{F25ED59C-D5F3-490A-A4D2-3BE8C3DBBA11}" srcOrd="0" destOrd="0" presId="urn:microsoft.com/office/officeart/2005/8/layout/StepDownProcess"/>
    <dgm:cxn modelId="{AEFC5464-FCD3-47D2-8577-9E61250EBAE4}" type="presOf" srcId="{695EC7F4-026A-4EC3-9175-505ECA09800D}" destId="{216191A2-88C2-43F3-81D9-EBE07239BA67}" srcOrd="0" destOrd="0" presId="urn:microsoft.com/office/officeart/2005/8/layout/StepDownProcess"/>
    <dgm:cxn modelId="{7A34666A-941B-421C-A10A-98EC7DE374C4}" srcId="{C9A34643-E8D0-4718-9DC0-913CF71BB4F4}" destId="{695EC7F4-026A-4EC3-9175-505ECA09800D}" srcOrd="3" destOrd="0" parTransId="{8934B1E2-CD38-4F49-8C6A-70C14AD28C17}" sibTransId="{7676B55B-7210-41DE-BE87-07C25C730D51}"/>
    <dgm:cxn modelId="{8B9E9451-AEE5-4722-9E10-25A4F461F2A9}" srcId="{3892CBC5-B39B-4E30-B8C6-CAFD82D8CB5F}" destId="{55141870-657D-44C6-A89C-06E98A61108C}" srcOrd="0" destOrd="0" parTransId="{90653ADD-7048-4BEB-85AC-9F7F5124C943}" sibTransId="{F5B3E176-020B-4EDC-A9D9-239546AB0531}"/>
    <dgm:cxn modelId="{D13E5473-F89E-44C6-B17A-2285A64D2002}" srcId="{C9A34643-E8D0-4718-9DC0-913CF71BB4F4}" destId="{3892CBC5-B39B-4E30-B8C6-CAFD82D8CB5F}" srcOrd="2" destOrd="0" parTransId="{B9588A0E-2C70-44E7-BE81-7A975DDAA6B0}" sibTransId="{E65469DE-2750-4994-8F74-1EAA911E387E}"/>
    <dgm:cxn modelId="{52DA9E58-F624-42AB-8F58-7B78F24C98B2}" type="presOf" srcId="{C9A34643-E8D0-4718-9DC0-913CF71BB4F4}" destId="{C0447F92-C337-4F37-90BA-FF11D450284A}" srcOrd="0" destOrd="0" presId="urn:microsoft.com/office/officeart/2005/8/layout/StepDownProcess"/>
    <dgm:cxn modelId="{BD42F986-DFF4-43DC-88E1-4A82F149EA5E}" srcId="{695EC7F4-026A-4EC3-9175-505ECA09800D}" destId="{DA7D39A9-FD91-4AFD-83A5-B88935D3EE5B}" srcOrd="0" destOrd="0" parTransId="{50326F56-ED24-4FC3-9DEB-8E72E1FAC7F4}" sibTransId="{8F89CF10-76ED-4497-858C-ABE3EA5099B1}"/>
    <dgm:cxn modelId="{09C7938D-32FF-4E52-AAB1-8B54344EDA48}" type="presOf" srcId="{D7E007AA-6B6F-47FE-9F54-D93ED42CDFE2}" destId="{45B83A6F-0959-4806-896C-814780CE3FEC}" srcOrd="0" destOrd="0" presId="urn:microsoft.com/office/officeart/2005/8/layout/StepDownProcess"/>
    <dgm:cxn modelId="{7D5B6295-A4C5-4D9E-A050-A2A177B7EE03}" srcId="{0FBC3068-C12B-4161-82D8-4FBBBDD043A3}" destId="{D7E007AA-6B6F-47FE-9F54-D93ED42CDFE2}" srcOrd="0" destOrd="0" parTransId="{AA03D48E-EDE5-460C-8361-6D2ED05560D8}" sibTransId="{A3C50551-D41B-47DA-9C33-92CAA1F74724}"/>
    <dgm:cxn modelId="{D6C87FCF-5F36-4DEF-B616-D302A9F9C035}" type="presOf" srcId="{D8DCF0D0-A9F7-4590-81BD-7D85D1A543A9}" destId="{79BF1D8B-36A4-4E64-8E9F-3BED8031611B}" srcOrd="0" destOrd="0" presId="urn:microsoft.com/office/officeart/2005/8/layout/StepDownProcess"/>
    <dgm:cxn modelId="{29596EE3-C69A-443B-B5DE-EECCD3607041}" srcId="{C9A34643-E8D0-4718-9DC0-913CF71BB4F4}" destId="{72877580-955F-4E19-B37D-D8504E7389D0}" srcOrd="1" destOrd="0" parTransId="{26ADF552-213B-4403-91C7-56C0E9A1EA15}" sibTransId="{E550F080-EDA3-46CE-A794-AE9A24473816}"/>
    <dgm:cxn modelId="{4A966AEE-4A3E-4DD7-8C21-9854072E62FB}" type="presOf" srcId="{0FBC3068-C12B-4161-82D8-4FBBBDD043A3}" destId="{18E87954-83F1-4D82-BF8A-780B95E79DB7}" srcOrd="0" destOrd="0" presId="urn:microsoft.com/office/officeart/2005/8/layout/StepDownProcess"/>
    <dgm:cxn modelId="{8BD83DF6-F0EE-44C5-A3B4-132B083A4EFE}" type="presOf" srcId="{3892CBC5-B39B-4E30-B8C6-CAFD82D8CB5F}" destId="{14AF6EA4-224F-4856-BFB3-7EDD41BF4C6C}" srcOrd="0" destOrd="0" presId="urn:microsoft.com/office/officeart/2005/8/layout/StepDownProcess"/>
    <dgm:cxn modelId="{57B820F9-EFD2-4388-B166-01FF725E1C05}" srcId="{72877580-955F-4E19-B37D-D8504E7389D0}" destId="{D8DCF0D0-A9F7-4590-81BD-7D85D1A543A9}" srcOrd="0" destOrd="0" parTransId="{1FC1E6AA-1EAC-4A27-846A-CF3941B3519F}" sibTransId="{FFE49C1D-BAC1-4FF4-B58F-AA9324DE1E32}"/>
    <dgm:cxn modelId="{0C173EC4-5D8D-4392-875E-0137F3E2D002}" type="presParOf" srcId="{C0447F92-C337-4F37-90BA-FF11D450284A}" destId="{3146BF63-78E2-4025-806B-226077A41D98}" srcOrd="0" destOrd="0" presId="urn:microsoft.com/office/officeart/2005/8/layout/StepDownProcess"/>
    <dgm:cxn modelId="{ABE9D31E-84BA-4B11-B94E-D0007FEB2A52}" type="presParOf" srcId="{3146BF63-78E2-4025-806B-226077A41D98}" destId="{85638A55-5CB2-45DB-9180-630397AAE7A8}" srcOrd="0" destOrd="0" presId="urn:microsoft.com/office/officeart/2005/8/layout/StepDownProcess"/>
    <dgm:cxn modelId="{0AE1AF90-BCF6-466B-8C45-D2898DF48E88}" type="presParOf" srcId="{3146BF63-78E2-4025-806B-226077A41D98}" destId="{18E87954-83F1-4D82-BF8A-780B95E79DB7}" srcOrd="1" destOrd="0" presId="urn:microsoft.com/office/officeart/2005/8/layout/StepDownProcess"/>
    <dgm:cxn modelId="{B17A6B95-259B-4543-A8CD-51BF0DD4A986}" type="presParOf" srcId="{3146BF63-78E2-4025-806B-226077A41D98}" destId="{45B83A6F-0959-4806-896C-814780CE3FEC}" srcOrd="2" destOrd="0" presId="urn:microsoft.com/office/officeart/2005/8/layout/StepDownProcess"/>
    <dgm:cxn modelId="{C709DF7C-CCEC-4B14-B643-E79B1C06852B}" type="presParOf" srcId="{C0447F92-C337-4F37-90BA-FF11D450284A}" destId="{E8B98FB5-D571-4BFF-94ED-5F8FE2C1F3A8}" srcOrd="1" destOrd="0" presId="urn:microsoft.com/office/officeart/2005/8/layout/StepDownProcess"/>
    <dgm:cxn modelId="{F5D6F4D8-7DEC-4D89-A35D-E26A775733F1}" type="presParOf" srcId="{C0447F92-C337-4F37-90BA-FF11D450284A}" destId="{B14718C4-9ABA-4DC1-B7C8-08C40EBE26B4}" srcOrd="2" destOrd="0" presId="urn:microsoft.com/office/officeart/2005/8/layout/StepDownProcess"/>
    <dgm:cxn modelId="{825A1D90-2DDF-41A5-AEDE-4BA92BFA3A81}" type="presParOf" srcId="{B14718C4-9ABA-4DC1-B7C8-08C40EBE26B4}" destId="{82ECA812-70B7-4388-B33E-21607720066B}" srcOrd="0" destOrd="0" presId="urn:microsoft.com/office/officeart/2005/8/layout/StepDownProcess"/>
    <dgm:cxn modelId="{D417D9D0-D472-4938-86AC-D9AE90C75B34}" type="presParOf" srcId="{B14718C4-9ABA-4DC1-B7C8-08C40EBE26B4}" destId="{403A37B2-6A44-4ABD-A492-9004322F8547}" srcOrd="1" destOrd="0" presId="urn:microsoft.com/office/officeart/2005/8/layout/StepDownProcess"/>
    <dgm:cxn modelId="{9B08161E-1106-406A-BEBA-CED178423AF7}" type="presParOf" srcId="{B14718C4-9ABA-4DC1-B7C8-08C40EBE26B4}" destId="{79BF1D8B-36A4-4E64-8E9F-3BED8031611B}" srcOrd="2" destOrd="0" presId="urn:microsoft.com/office/officeart/2005/8/layout/StepDownProcess"/>
    <dgm:cxn modelId="{46BCB57E-4155-4A5C-805F-C6BCC09A9E99}" type="presParOf" srcId="{C0447F92-C337-4F37-90BA-FF11D450284A}" destId="{3569FF64-40F7-4F8D-A565-012683E1B34E}" srcOrd="3" destOrd="0" presId="urn:microsoft.com/office/officeart/2005/8/layout/StepDownProcess"/>
    <dgm:cxn modelId="{B9A1C51F-4961-40BC-A729-BA767B3CAB39}" type="presParOf" srcId="{C0447F92-C337-4F37-90BA-FF11D450284A}" destId="{7D937512-693E-498A-81EB-CCBE77FAFE0F}" srcOrd="4" destOrd="0" presId="urn:microsoft.com/office/officeart/2005/8/layout/StepDownProcess"/>
    <dgm:cxn modelId="{DC2784E3-86DA-4D92-B987-940EDB999004}" type="presParOf" srcId="{7D937512-693E-498A-81EB-CCBE77FAFE0F}" destId="{9D1278A3-1888-4A41-8E6B-EE58CCF82CD8}" srcOrd="0" destOrd="0" presId="urn:microsoft.com/office/officeart/2005/8/layout/StepDownProcess"/>
    <dgm:cxn modelId="{7E0E9AA1-690E-4BB5-943B-9394B2B022BF}" type="presParOf" srcId="{7D937512-693E-498A-81EB-CCBE77FAFE0F}" destId="{14AF6EA4-224F-4856-BFB3-7EDD41BF4C6C}" srcOrd="1" destOrd="0" presId="urn:microsoft.com/office/officeart/2005/8/layout/StepDownProcess"/>
    <dgm:cxn modelId="{4F21E31C-87CD-49FB-8128-62DEC724648F}" type="presParOf" srcId="{7D937512-693E-498A-81EB-CCBE77FAFE0F}" destId="{8EAF161E-54A1-469E-BCBD-28624235D871}" srcOrd="2" destOrd="0" presId="urn:microsoft.com/office/officeart/2005/8/layout/StepDownProcess"/>
    <dgm:cxn modelId="{E43F47D5-A94E-4639-A016-C058D48F7009}" type="presParOf" srcId="{C0447F92-C337-4F37-90BA-FF11D450284A}" destId="{3C6EF234-086F-4B7E-8752-CADE52ED42B1}" srcOrd="5" destOrd="0" presId="urn:microsoft.com/office/officeart/2005/8/layout/StepDownProcess"/>
    <dgm:cxn modelId="{B443FBA9-ECB7-48BB-85D4-423670C0BCBF}" type="presParOf" srcId="{C0447F92-C337-4F37-90BA-FF11D450284A}" destId="{AAC1AE9E-B86D-498B-A07B-100FD2736757}" srcOrd="6" destOrd="0" presId="urn:microsoft.com/office/officeart/2005/8/layout/StepDownProcess"/>
    <dgm:cxn modelId="{A896C490-CEA8-4CEA-A85F-F3B36AF2056E}" type="presParOf" srcId="{AAC1AE9E-B86D-498B-A07B-100FD2736757}" destId="{216191A2-88C2-43F3-81D9-EBE07239BA67}" srcOrd="0" destOrd="0" presId="urn:microsoft.com/office/officeart/2005/8/layout/StepDownProcess"/>
    <dgm:cxn modelId="{89F47B60-CB5E-4184-AA15-566638B5DCFE}" type="presParOf" srcId="{AAC1AE9E-B86D-498B-A07B-100FD2736757}" destId="{F25ED59C-D5F3-490A-A4D2-3BE8C3DBBA11}" srcOrd="1" destOrd="0" presId="urn:microsoft.com/office/officeart/2005/8/layout/StepDown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2A1E5C9-DA40-4964-AA78-1B65AF0F61B8}" type="doc">
      <dgm:prSet loTypeId="urn:microsoft.com/office/officeart/2005/8/layout/cycle8" loCatId="cycle" qsTypeId="urn:microsoft.com/office/officeart/2005/8/quickstyle/simple1#7" qsCatId="simple" csTypeId="urn:microsoft.com/office/officeart/2005/8/colors/accent1_2#7" csCatId="accent1" phldr="1"/>
      <dgm:spPr/>
      <dgm:t>
        <a:bodyPr/>
        <a:lstStyle/>
        <a:p>
          <a:endParaRPr lang="en-US"/>
        </a:p>
      </dgm:t>
    </dgm:pt>
    <dgm:pt modelId="{B6212F07-D1C6-4814-BA29-C7CC6625E640}">
      <dgm:prSet phldrT="[Text]" phldr="0"/>
      <dgm:spPr/>
      <dgm:t>
        <a:bodyPr/>
        <a:lstStyle/>
        <a:p>
          <a:r>
            <a:rPr lang="en-US"/>
            <a:t>3.  </a:t>
          </a:r>
          <a:r>
            <a:rPr lang="en-US" dirty="0"/>
            <a:t>Apply</a:t>
          </a:r>
        </a:p>
      </dgm:t>
    </dgm:pt>
    <dgm:pt modelId="{D73AD601-28D4-4EE8-9A27-A517E02DCB38}" type="parTrans" cxnId="{95744C59-3222-45F0-8989-5EBC4D92F0EB}">
      <dgm:prSet/>
      <dgm:spPr/>
      <dgm:t>
        <a:bodyPr/>
        <a:lstStyle/>
        <a:p>
          <a:endParaRPr lang="en-US"/>
        </a:p>
      </dgm:t>
    </dgm:pt>
    <dgm:pt modelId="{2DE665FF-A76D-4655-B806-D64B707E6284}" type="sibTrans" cxnId="{95744C59-3222-45F0-8989-5EBC4D92F0EB}">
      <dgm:prSet/>
      <dgm:spPr/>
      <dgm:t>
        <a:bodyPr/>
        <a:lstStyle/>
        <a:p>
          <a:endParaRPr lang="en-US"/>
        </a:p>
      </dgm:t>
    </dgm:pt>
    <dgm:pt modelId="{D9BD2E6B-C2D9-4B32-96C2-D75674FA45D8}">
      <dgm:prSet phldrT="[Text]" phldr="0"/>
      <dgm:spPr/>
      <dgm:t>
        <a:bodyPr/>
        <a:lstStyle/>
        <a:p>
          <a:r>
            <a:rPr lang="en-US"/>
            <a:t>4. </a:t>
          </a:r>
          <a:r>
            <a:rPr lang="en-US" dirty="0"/>
            <a:t>Archive</a:t>
          </a:r>
        </a:p>
      </dgm:t>
    </dgm:pt>
    <dgm:pt modelId="{19ADCE60-2E91-4F3E-81CE-92EB1E994B34}" type="parTrans" cxnId="{7A263821-9163-409A-8F73-5CBB0B051754}">
      <dgm:prSet/>
      <dgm:spPr/>
      <dgm:t>
        <a:bodyPr/>
        <a:lstStyle/>
        <a:p>
          <a:endParaRPr lang="en-US"/>
        </a:p>
      </dgm:t>
    </dgm:pt>
    <dgm:pt modelId="{36DDB71F-8E8C-425B-87E0-5503C401D990}" type="sibTrans" cxnId="{7A263821-9163-409A-8F73-5CBB0B051754}">
      <dgm:prSet/>
      <dgm:spPr/>
      <dgm:t>
        <a:bodyPr/>
        <a:lstStyle/>
        <a:p>
          <a:endParaRPr lang="en-US"/>
        </a:p>
      </dgm:t>
    </dgm:pt>
    <dgm:pt modelId="{4626D270-ABCB-4920-93F9-53A9D0AEED31}">
      <dgm:prSet phldrT="[Text]" phldr="0"/>
      <dgm:spPr/>
      <dgm:t>
        <a:bodyPr/>
        <a:lstStyle/>
        <a:p>
          <a:r>
            <a:rPr lang="en-US"/>
            <a:t>2. </a:t>
          </a:r>
          <a:r>
            <a:rPr lang="en-US" dirty="0"/>
            <a:t>Propose</a:t>
          </a:r>
        </a:p>
      </dgm:t>
    </dgm:pt>
    <dgm:pt modelId="{DE140727-A9C4-44B8-AD6B-0BFA22B775C4}" type="parTrans" cxnId="{8DAB1359-DC00-461C-861D-1DF51894F269}">
      <dgm:prSet/>
      <dgm:spPr/>
      <dgm:t>
        <a:bodyPr/>
        <a:lstStyle/>
        <a:p>
          <a:endParaRPr lang="en-US"/>
        </a:p>
      </dgm:t>
    </dgm:pt>
    <dgm:pt modelId="{774AC7CB-3309-4A77-A6C6-853B3B813A81}" type="sibTrans" cxnId="{8DAB1359-DC00-461C-861D-1DF51894F269}">
      <dgm:prSet/>
      <dgm:spPr/>
      <dgm:t>
        <a:bodyPr/>
        <a:lstStyle/>
        <a:p>
          <a:endParaRPr lang="en-US"/>
        </a:p>
      </dgm:t>
    </dgm:pt>
    <dgm:pt modelId="{20FA1C34-7AAE-41F4-8D55-A77973C1B225}">
      <dgm:prSet phldrT="[Text]" phldr="0"/>
      <dgm:spPr/>
      <dgm:t>
        <a:bodyPr/>
        <a:lstStyle/>
        <a:p>
          <a:r>
            <a:rPr lang="en-US" dirty="0"/>
            <a:t>1. Explore</a:t>
          </a:r>
        </a:p>
      </dgm:t>
    </dgm:pt>
    <dgm:pt modelId="{31F9F48B-E119-47C1-9B54-B3B3C7E7B1B0}" type="parTrans" cxnId="{C63C38DF-5FBF-4544-878C-27BD31787647}">
      <dgm:prSet/>
      <dgm:spPr/>
      <dgm:t>
        <a:bodyPr/>
        <a:lstStyle/>
        <a:p>
          <a:endParaRPr lang="en-US"/>
        </a:p>
      </dgm:t>
    </dgm:pt>
    <dgm:pt modelId="{394DF1B0-3895-4CDF-AE24-18A635B003C4}" type="sibTrans" cxnId="{C63C38DF-5FBF-4544-878C-27BD31787647}">
      <dgm:prSet/>
      <dgm:spPr/>
      <dgm:t>
        <a:bodyPr/>
        <a:lstStyle/>
        <a:p>
          <a:endParaRPr lang="en-US"/>
        </a:p>
      </dgm:t>
    </dgm:pt>
    <dgm:pt modelId="{2FDC1C40-88ED-4D0D-A6DE-55758707DDD2}" type="pres">
      <dgm:prSet presAssocID="{72A1E5C9-DA40-4964-AA78-1B65AF0F61B8}" presName="compositeShape" presStyleCnt="0">
        <dgm:presLayoutVars>
          <dgm:chMax val="7"/>
          <dgm:dir/>
          <dgm:resizeHandles val="exact"/>
        </dgm:presLayoutVars>
      </dgm:prSet>
      <dgm:spPr/>
    </dgm:pt>
    <dgm:pt modelId="{117C6DA7-56B4-468C-AB85-F2B004655798}" type="pres">
      <dgm:prSet presAssocID="{72A1E5C9-DA40-4964-AA78-1B65AF0F61B8}" presName="wedge1" presStyleLbl="node1" presStyleIdx="0" presStyleCnt="4"/>
      <dgm:spPr/>
    </dgm:pt>
    <dgm:pt modelId="{98953C5E-F2F0-4648-8DA6-F86BACE27107}" type="pres">
      <dgm:prSet presAssocID="{72A1E5C9-DA40-4964-AA78-1B65AF0F61B8}" presName="dummy1a" presStyleCnt="0"/>
      <dgm:spPr/>
    </dgm:pt>
    <dgm:pt modelId="{9E4BE7D8-4D7B-44D4-9AEF-EC05AEF6F847}" type="pres">
      <dgm:prSet presAssocID="{72A1E5C9-DA40-4964-AA78-1B65AF0F61B8}" presName="dummy1b" presStyleCnt="0"/>
      <dgm:spPr/>
    </dgm:pt>
    <dgm:pt modelId="{3014412E-00E4-44CC-91D2-593D98EFC385}" type="pres">
      <dgm:prSet presAssocID="{72A1E5C9-DA40-4964-AA78-1B65AF0F61B8}" presName="wedge1Tx" presStyleLbl="node1" presStyleIdx="0" presStyleCnt="4">
        <dgm:presLayoutVars>
          <dgm:chMax val="0"/>
          <dgm:chPref val="0"/>
          <dgm:bulletEnabled val="1"/>
        </dgm:presLayoutVars>
      </dgm:prSet>
      <dgm:spPr/>
    </dgm:pt>
    <dgm:pt modelId="{900AC59E-CE9A-4E1F-A925-4C177A082EE6}" type="pres">
      <dgm:prSet presAssocID="{72A1E5C9-DA40-4964-AA78-1B65AF0F61B8}" presName="wedge2" presStyleLbl="node1" presStyleIdx="1" presStyleCnt="4"/>
      <dgm:spPr/>
    </dgm:pt>
    <dgm:pt modelId="{72016E82-1E08-44A9-A2F5-D5DBA671418C}" type="pres">
      <dgm:prSet presAssocID="{72A1E5C9-DA40-4964-AA78-1B65AF0F61B8}" presName="dummy2a" presStyleCnt="0"/>
      <dgm:spPr/>
    </dgm:pt>
    <dgm:pt modelId="{9D956451-DC42-44BF-9865-D18B3AD6FECC}" type="pres">
      <dgm:prSet presAssocID="{72A1E5C9-DA40-4964-AA78-1B65AF0F61B8}" presName="dummy2b" presStyleCnt="0"/>
      <dgm:spPr/>
    </dgm:pt>
    <dgm:pt modelId="{D2149D80-3518-45F9-BE70-EB83E3DCC198}" type="pres">
      <dgm:prSet presAssocID="{72A1E5C9-DA40-4964-AA78-1B65AF0F61B8}" presName="wedge2Tx" presStyleLbl="node1" presStyleIdx="1" presStyleCnt="4">
        <dgm:presLayoutVars>
          <dgm:chMax val="0"/>
          <dgm:chPref val="0"/>
          <dgm:bulletEnabled val="1"/>
        </dgm:presLayoutVars>
      </dgm:prSet>
      <dgm:spPr/>
    </dgm:pt>
    <dgm:pt modelId="{692E1B4E-DA85-477C-B908-72E25E78DC78}" type="pres">
      <dgm:prSet presAssocID="{72A1E5C9-DA40-4964-AA78-1B65AF0F61B8}" presName="wedge3" presStyleLbl="node1" presStyleIdx="2" presStyleCnt="4"/>
      <dgm:spPr/>
    </dgm:pt>
    <dgm:pt modelId="{38E84D40-310B-49D0-ACEF-43566C356C30}" type="pres">
      <dgm:prSet presAssocID="{72A1E5C9-DA40-4964-AA78-1B65AF0F61B8}" presName="dummy3a" presStyleCnt="0"/>
      <dgm:spPr/>
    </dgm:pt>
    <dgm:pt modelId="{7E70F9A5-2324-4152-BC04-437F683AD13A}" type="pres">
      <dgm:prSet presAssocID="{72A1E5C9-DA40-4964-AA78-1B65AF0F61B8}" presName="dummy3b" presStyleCnt="0"/>
      <dgm:spPr/>
    </dgm:pt>
    <dgm:pt modelId="{F8175D61-59B8-453D-9823-AFEB2F5A5A9C}" type="pres">
      <dgm:prSet presAssocID="{72A1E5C9-DA40-4964-AA78-1B65AF0F61B8}" presName="wedge3Tx" presStyleLbl="node1" presStyleIdx="2" presStyleCnt="4">
        <dgm:presLayoutVars>
          <dgm:chMax val="0"/>
          <dgm:chPref val="0"/>
          <dgm:bulletEnabled val="1"/>
        </dgm:presLayoutVars>
      </dgm:prSet>
      <dgm:spPr/>
    </dgm:pt>
    <dgm:pt modelId="{33124161-6B8D-4B23-A016-025CA9378E53}" type="pres">
      <dgm:prSet presAssocID="{72A1E5C9-DA40-4964-AA78-1B65AF0F61B8}" presName="wedge4" presStyleLbl="node1" presStyleIdx="3" presStyleCnt="4"/>
      <dgm:spPr/>
    </dgm:pt>
    <dgm:pt modelId="{05309526-0375-4DEC-9AC5-289C50031247}" type="pres">
      <dgm:prSet presAssocID="{72A1E5C9-DA40-4964-AA78-1B65AF0F61B8}" presName="dummy4a" presStyleCnt="0"/>
      <dgm:spPr/>
    </dgm:pt>
    <dgm:pt modelId="{B3225A14-0D9E-457C-ADA4-58D5A0E1FDD8}" type="pres">
      <dgm:prSet presAssocID="{72A1E5C9-DA40-4964-AA78-1B65AF0F61B8}" presName="dummy4b" presStyleCnt="0"/>
      <dgm:spPr/>
    </dgm:pt>
    <dgm:pt modelId="{25192BD5-3042-4609-BE53-6E024BFB831C}" type="pres">
      <dgm:prSet presAssocID="{72A1E5C9-DA40-4964-AA78-1B65AF0F61B8}" presName="wedge4Tx" presStyleLbl="node1" presStyleIdx="3" presStyleCnt="4">
        <dgm:presLayoutVars>
          <dgm:chMax val="0"/>
          <dgm:chPref val="0"/>
          <dgm:bulletEnabled val="1"/>
        </dgm:presLayoutVars>
      </dgm:prSet>
      <dgm:spPr/>
    </dgm:pt>
    <dgm:pt modelId="{9478E59D-60CF-4D78-BB6A-7100E7DDEF04}" type="pres">
      <dgm:prSet presAssocID="{394DF1B0-3895-4CDF-AE24-18A635B003C4}" presName="arrowWedge1" presStyleLbl="fgSibTrans2D1" presStyleIdx="0" presStyleCnt="4"/>
      <dgm:spPr/>
    </dgm:pt>
    <dgm:pt modelId="{CE45B16E-1355-455D-BA61-CA6173E4B119}" type="pres">
      <dgm:prSet presAssocID="{774AC7CB-3309-4A77-A6C6-853B3B813A81}" presName="arrowWedge2" presStyleLbl="fgSibTrans2D1" presStyleIdx="1" presStyleCnt="4"/>
      <dgm:spPr/>
    </dgm:pt>
    <dgm:pt modelId="{EE68F5FC-233A-4B3F-BBF9-20DAAFB008F0}" type="pres">
      <dgm:prSet presAssocID="{2DE665FF-A76D-4655-B806-D64B707E6284}" presName="arrowWedge3" presStyleLbl="fgSibTrans2D1" presStyleIdx="2" presStyleCnt="4"/>
      <dgm:spPr/>
    </dgm:pt>
    <dgm:pt modelId="{E03488B9-28BA-425F-AFE9-DA44ABE525CD}" type="pres">
      <dgm:prSet presAssocID="{36DDB71F-8E8C-425B-87E0-5503C401D990}" presName="arrowWedge4" presStyleLbl="fgSibTrans2D1" presStyleIdx="3" presStyleCnt="4"/>
      <dgm:spPr/>
    </dgm:pt>
  </dgm:ptLst>
  <dgm:cxnLst>
    <dgm:cxn modelId="{9F5B3F02-2C76-4AE0-9AED-BE9ABFE4FD5C}" type="presOf" srcId="{B6212F07-D1C6-4814-BA29-C7CC6625E640}" destId="{692E1B4E-DA85-477C-B908-72E25E78DC78}" srcOrd="0" destOrd="0" presId="urn:microsoft.com/office/officeart/2005/8/layout/cycle8"/>
    <dgm:cxn modelId="{4F55711F-BC46-4BA0-9F6D-316B9A7195F7}" type="presOf" srcId="{B6212F07-D1C6-4814-BA29-C7CC6625E640}" destId="{F8175D61-59B8-453D-9823-AFEB2F5A5A9C}" srcOrd="1" destOrd="0" presId="urn:microsoft.com/office/officeart/2005/8/layout/cycle8"/>
    <dgm:cxn modelId="{7A263821-9163-409A-8F73-5CBB0B051754}" srcId="{72A1E5C9-DA40-4964-AA78-1B65AF0F61B8}" destId="{D9BD2E6B-C2D9-4B32-96C2-D75674FA45D8}" srcOrd="3" destOrd="0" parTransId="{19ADCE60-2E91-4F3E-81CE-92EB1E994B34}" sibTransId="{36DDB71F-8E8C-425B-87E0-5503C401D990}"/>
    <dgm:cxn modelId="{F3B68945-47E5-4C27-A3A2-E841318B2506}" type="presOf" srcId="{4626D270-ABCB-4920-93F9-53A9D0AEED31}" destId="{900AC59E-CE9A-4E1F-A925-4C177A082EE6}" srcOrd="0" destOrd="0" presId="urn:microsoft.com/office/officeart/2005/8/layout/cycle8"/>
    <dgm:cxn modelId="{BB0CA766-B0DA-4686-AF4B-C54A779F8F58}" type="presOf" srcId="{D9BD2E6B-C2D9-4B32-96C2-D75674FA45D8}" destId="{33124161-6B8D-4B23-A016-025CA9378E53}" srcOrd="0" destOrd="0" presId="urn:microsoft.com/office/officeart/2005/8/layout/cycle8"/>
    <dgm:cxn modelId="{B089E367-4CFC-4877-A06C-85D7E6CE02E5}" type="presOf" srcId="{20FA1C34-7AAE-41F4-8D55-A77973C1B225}" destId="{3014412E-00E4-44CC-91D2-593D98EFC385}" srcOrd="1" destOrd="0" presId="urn:microsoft.com/office/officeart/2005/8/layout/cycle8"/>
    <dgm:cxn modelId="{8DAB1359-DC00-461C-861D-1DF51894F269}" srcId="{72A1E5C9-DA40-4964-AA78-1B65AF0F61B8}" destId="{4626D270-ABCB-4920-93F9-53A9D0AEED31}" srcOrd="1" destOrd="0" parTransId="{DE140727-A9C4-44B8-AD6B-0BFA22B775C4}" sibTransId="{774AC7CB-3309-4A77-A6C6-853B3B813A81}"/>
    <dgm:cxn modelId="{95744C59-3222-45F0-8989-5EBC4D92F0EB}" srcId="{72A1E5C9-DA40-4964-AA78-1B65AF0F61B8}" destId="{B6212F07-D1C6-4814-BA29-C7CC6625E640}" srcOrd="2" destOrd="0" parTransId="{D73AD601-28D4-4EE8-9A27-A517E02DCB38}" sibTransId="{2DE665FF-A76D-4655-B806-D64B707E6284}"/>
    <dgm:cxn modelId="{5FCFCBCD-D09D-4D5F-A83A-F721AF93D3B6}" type="presOf" srcId="{4626D270-ABCB-4920-93F9-53A9D0AEED31}" destId="{D2149D80-3518-45F9-BE70-EB83E3DCC198}" srcOrd="1" destOrd="0" presId="urn:microsoft.com/office/officeart/2005/8/layout/cycle8"/>
    <dgm:cxn modelId="{5C4DE5D1-B727-430B-A399-24207B6BB466}" type="presOf" srcId="{20FA1C34-7AAE-41F4-8D55-A77973C1B225}" destId="{117C6DA7-56B4-468C-AB85-F2B004655798}" srcOrd="0" destOrd="0" presId="urn:microsoft.com/office/officeart/2005/8/layout/cycle8"/>
    <dgm:cxn modelId="{616004DD-A55D-4A78-B1F3-83F3F0AA27B7}" type="presOf" srcId="{72A1E5C9-DA40-4964-AA78-1B65AF0F61B8}" destId="{2FDC1C40-88ED-4D0D-A6DE-55758707DDD2}" srcOrd="0" destOrd="0" presId="urn:microsoft.com/office/officeart/2005/8/layout/cycle8"/>
    <dgm:cxn modelId="{C63C38DF-5FBF-4544-878C-27BD31787647}" srcId="{72A1E5C9-DA40-4964-AA78-1B65AF0F61B8}" destId="{20FA1C34-7AAE-41F4-8D55-A77973C1B225}" srcOrd="0" destOrd="0" parTransId="{31F9F48B-E119-47C1-9B54-B3B3C7E7B1B0}" sibTransId="{394DF1B0-3895-4CDF-AE24-18A635B003C4}"/>
    <dgm:cxn modelId="{387169E4-FCB4-4FA2-83F3-D5842605EE5E}" type="presOf" srcId="{D9BD2E6B-C2D9-4B32-96C2-D75674FA45D8}" destId="{25192BD5-3042-4609-BE53-6E024BFB831C}" srcOrd="1" destOrd="0" presId="urn:microsoft.com/office/officeart/2005/8/layout/cycle8"/>
    <dgm:cxn modelId="{D4D77BF2-73B8-44E9-BE33-C89494ADC28A}" type="presParOf" srcId="{2FDC1C40-88ED-4D0D-A6DE-55758707DDD2}" destId="{117C6DA7-56B4-468C-AB85-F2B004655798}" srcOrd="0" destOrd="0" presId="urn:microsoft.com/office/officeart/2005/8/layout/cycle8"/>
    <dgm:cxn modelId="{D188A868-539A-43CC-A070-58D0BDDAE598}" type="presParOf" srcId="{2FDC1C40-88ED-4D0D-A6DE-55758707DDD2}" destId="{98953C5E-F2F0-4648-8DA6-F86BACE27107}" srcOrd="1" destOrd="0" presId="urn:microsoft.com/office/officeart/2005/8/layout/cycle8"/>
    <dgm:cxn modelId="{A137D89A-916A-483D-A474-554736945D2B}" type="presParOf" srcId="{2FDC1C40-88ED-4D0D-A6DE-55758707DDD2}" destId="{9E4BE7D8-4D7B-44D4-9AEF-EC05AEF6F847}" srcOrd="2" destOrd="0" presId="urn:microsoft.com/office/officeart/2005/8/layout/cycle8"/>
    <dgm:cxn modelId="{555D6821-583E-45DB-896A-09656155478C}" type="presParOf" srcId="{2FDC1C40-88ED-4D0D-A6DE-55758707DDD2}" destId="{3014412E-00E4-44CC-91D2-593D98EFC385}" srcOrd="3" destOrd="0" presId="urn:microsoft.com/office/officeart/2005/8/layout/cycle8"/>
    <dgm:cxn modelId="{952F19B8-4B48-46FC-B642-7B3D383F2AE7}" type="presParOf" srcId="{2FDC1C40-88ED-4D0D-A6DE-55758707DDD2}" destId="{900AC59E-CE9A-4E1F-A925-4C177A082EE6}" srcOrd="4" destOrd="0" presId="urn:microsoft.com/office/officeart/2005/8/layout/cycle8"/>
    <dgm:cxn modelId="{2F651490-46AB-4718-9BA0-2A6D8A4C2219}" type="presParOf" srcId="{2FDC1C40-88ED-4D0D-A6DE-55758707DDD2}" destId="{72016E82-1E08-44A9-A2F5-D5DBA671418C}" srcOrd="5" destOrd="0" presId="urn:microsoft.com/office/officeart/2005/8/layout/cycle8"/>
    <dgm:cxn modelId="{842AF32B-92B1-4D6E-BB2B-F476FFC8C607}" type="presParOf" srcId="{2FDC1C40-88ED-4D0D-A6DE-55758707DDD2}" destId="{9D956451-DC42-44BF-9865-D18B3AD6FECC}" srcOrd="6" destOrd="0" presId="urn:microsoft.com/office/officeart/2005/8/layout/cycle8"/>
    <dgm:cxn modelId="{2A376CD5-6A9D-40AA-86C9-181B6D59992E}" type="presParOf" srcId="{2FDC1C40-88ED-4D0D-A6DE-55758707DDD2}" destId="{D2149D80-3518-45F9-BE70-EB83E3DCC198}" srcOrd="7" destOrd="0" presId="urn:microsoft.com/office/officeart/2005/8/layout/cycle8"/>
    <dgm:cxn modelId="{3F78F1E3-6843-44A7-ACB5-CF808BCB3264}" type="presParOf" srcId="{2FDC1C40-88ED-4D0D-A6DE-55758707DDD2}" destId="{692E1B4E-DA85-477C-B908-72E25E78DC78}" srcOrd="8" destOrd="0" presId="urn:microsoft.com/office/officeart/2005/8/layout/cycle8"/>
    <dgm:cxn modelId="{6E3C22AC-A099-4133-BCD9-6079E8062458}" type="presParOf" srcId="{2FDC1C40-88ED-4D0D-A6DE-55758707DDD2}" destId="{38E84D40-310B-49D0-ACEF-43566C356C30}" srcOrd="9" destOrd="0" presId="urn:microsoft.com/office/officeart/2005/8/layout/cycle8"/>
    <dgm:cxn modelId="{5F6E234A-87E4-4E42-9AE6-1ADD9E8C2949}" type="presParOf" srcId="{2FDC1C40-88ED-4D0D-A6DE-55758707DDD2}" destId="{7E70F9A5-2324-4152-BC04-437F683AD13A}" srcOrd="10" destOrd="0" presId="urn:microsoft.com/office/officeart/2005/8/layout/cycle8"/>
    <dgm:cxn modelId="{1A579C23-00DB-47B2-9C52-0A4F03395657}" type="presParOf" srcId="{2FDC1C40-88ED-4D0D-A6DE-55758707DDD2}" destId="{F8175D61-59B8-453D-9823-AFEB2F5A5A9C}" srcOrd="11" destOrd="0" presId="urn:microsoft.com/office/officeart/2005/8/layout/cycle8"/>
    <dgm:cxn modelId="{AA3F172C-7BD0-42CF-9509-F996E7774AA4}" type="presParOf" srcId="{2FDC1C40-88ED-4D0D-A6DE-55758707DDD2}" destId="{33124161-6B8D-4B23-A016-025CA9378E53}" srcOrd="12" destOrd="0" presId="urn:microsoft.com/office/officeart/2005/8/layout/cycle8"/>
    <dgm:cxn modelId="{431698EA-BE39-4D55-98A2-E8FA19989FE0}" type="presParOf" srcId="{2FDC1C40-88ED-4D0D-A6DE-55758707DDD2}" destId="{05309526-0375-4DEC-9AC5-289C50031247}" srcOrd="13" destOrd="0" presId="urn:microsoft.com/office/officeart/2005/8/layout/cycle8"/>
    <dgm:cxn modelId="{B62B2BC9-DEAA-451D-B5E3-DA78EF996FD1}" type="presParOf" srcId="{2FDC1C40-88ED-4D0D-A6DE-55758707DDD2}" destId="{B3225A14-0D9E-457C-ADA4-58D5A0E1FDD8}" srcOrd="14" destOrd="0" presId="urn:microsoft.com/office/officeart/2005/8/layout/cycle8"/>
    <dgm:cxn modelId="{04259261-468E-4D2A-BB41-606B5EB7DFBD}" type="presParOf" srcId="{2FDC1C40-88ED-4D0D-A6DE-55758707DDD2}" destId="{25192BD5-3042-4609-BE53-6E024BFB831C}" srcOrd="15" destOrd="0" presId="urn:microsoft.com/office/officeart/2005/8/layout/cycle8"/>
    <dgm:cxn modelId="{7263EA19-EF6A-4825-AE4A-CCE275825CFB}" type="presParOf" srcId="{2FDC1C40-88ED-4D0D-A6DE-55758707DDD2}" destId="{9478E59D-60CF-4D78-BB6A-7100E7DDEF04}" srcOrd="16" destOrd="0" presId="urn:microsoft.com/office/officeart/2005/8/layout/cycle8"/>
    <dgm:cxn modelId="{92802FBC-13FC-4E4C-80D9-23D340215529}" type="presParOf" srcId="{2FDC1C40-88ED-4D0D-A6DE-55758707DDD2}" destId="{CE45B16E-1355-455D-BA61-CA6173E4B119}" srcOrd="17" destOrd="0" presId="urn:microsoft.com/office/officeart/2005/8/layout/cycle8"/>
    <dgm:cxn modelId="{C303858D-F476-4BF1-80B9-9FB9A7D53217}" type="presParOf" srcId="{2FDC1C40-88ED-4D0D-A6DE-55758707DDD2}" destId="{EE68F5FC-233A-4B3F-BBF9-20DAAFB008F0}" srcOrd="18" destOrd="0" presId="urn:microsoft.com/office/officeart/2005/8/layout/cycle8"/>
    <dgm:cxn modelId="{30D4CA8C-4751-47A5-B746-76B21D6EFF8C}" type="presParOf" srcId="{2FDC1C40-88ED-4D0D-A6DE-55758707DDD2}" destId="{E03488B9-28BA-425F-AFE9-DA44ABE525CD}" srcOrd="19" destOrd="0" presId="urn:microsoft.com/office/officeart/2005/8/layout/cycle8"/>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2A1E5C9-DA40-4964-AA78-1B65AF0F61B8}" type="doc">
      <dgm:prSet loTypeId="urn:microsoft.com/office/officeart/2005/8/layout/cycle8" loCatId="cycle" qsTypeId="urn:microsoft.com/office/officeart/2005/8/quickstyle/simple1#8" qsCatId="simple" csTypeId="urn:microsoft.com/office/officeart/2005/8/colors/accent1_2#8" csCatId="accent1" phldr="1"/>
      <dgm:spPr/>
      <dgm:t>
        <a:bodyPr/>
        <a:lstStyle/>
        <a:p>
          <a:endParaRPr lang="en-US"/>
        </a:p>
      </dgm:t>
    </dgm:pt>
    <dgm:pt modelId="{20FA1C34-7AAE-41F4-8D55-A77973C1B225}">
      <dgm:prSet phldrT="[Text]" phldr="0"/>
      <dgm:spPr/>
      <dgm:t>
        <a:bodyPr/>
        <a:lstStyle/>
        <a:p>
          <a:r>
            <a:rPr lang="en-US" dirty="0"/>
            <a:t>1. Explore</a:t>
          </a:r>
        </a:p>
      </dgm:t>
    </dgm:pt>
    <dgm:pt modelId="{31F9F48B-E119-47C1-9B54-B3B3C7E7B1B0}" type="parTrans" cxnId="{67FDADA7-463D-41AB-AAFF-E09F64F15058}">
      <dgm:prSet/>
      <dgm:spPr/>
      <dgm:t>
        <a:bodyPr/>
        <a:lstStyle/>
        <a:p>
          <a:endParaRPr lang="en-US"/>
        </a:p>
      </dgm:t>
    </dgm:pt>
    <dgm:pt modelId="{394DF1B0-3895-4CDF-AE24-18A635B003C4}" type="sibTrans" cxnId="{67FDADA7-463D-41AB-AAFF-E09F64F15058}">
      <dgm:prSet/>
      <dgm:spPr/>
      <dgm:t>
        <a:bodyPr/>
        <a:lstStyle/>
        <a:p>
          <a:endParaRPr lang="en-US"/>
        </a:p>
      </dgm:t>
    </dgm:pt>
    <dgm:pt modelId="{B6212F07-D1C6-4814-BA29-C7CC6625E640}">
      <dgm:prSet phldrT="[Text]" phldr="0"/>
      <dgm:spPr/>
      <dgm:t>
        <a:bodyPr/>
        <a:lstStyle/>
        <a:p>
          <a:r>
            <a:rPr lang="en-US" dirty="0"/>
            <a:t>3.  Apply</a:t>
          </a:r>
        </a:p>
      </dgm:t>
    </dgm:pt>
    <dgm:pt modelId="{D73AD601-28D4-4EE8-9A27-A517E02DCB38}" type="parTrans" cxnId="{95744C59-3222-45F0-8989-5EBC4D92F0EB}">
      <dgm:prSet/>
      <dgm:spPr/>
      <dgm:t>
        <a:bodyPr/>
        <a:lstStyle/>
        <a:p>
          <a:endParaRPr lang="en-US"/>
        </a:p>
      </dgm:t>
    </dgm:pt>
    <dgm:pt modelId="{2DE665FF-A76D-4655-B806-D64B707E6284}" type="sibTrans" cxnId="{95744C59-3222-45F0-8989-5EBC4D92F0EB}">
      <dgm:prSet/>
      <dgm:spPr/>
      <dgm:t>
        <a:bodyPr/>
        <a:lstStyle/>
        <a:p>
          <a:endParaRPr lang="en-US"/>
        </a:p>
      </dgm:t>
    </dgm:pt>
    <dgm:pt modelId="{D9BD2E6B-C2D9-4B32-96C2-D75674FA45D8}">
      <dgm:prSet phldrT="[Text]" phldr="0"/>
      <dgm:spPr/>
      <dgm:t>
        <a:bodyPr/>
        <a:lstStyle/>
        <a:p>
          <a:r>
            <a:rPr lang="en-US" dirty="0"/>
            <a:t>4. Archive</a:t>
          </a:r>
        </a:p>
      </dgm:t>
    </dgm:pt>
    <dgm:pt modelId="{19ADCE60-2E91-4F3E-81CE-92EB1E994B34}" type="parTrans" cxnId="{7A263821-9163-409A-8F73-5CBB0B051754}">
      <dgm:prSet/>
      <dgm:spPr/>
      <dgm:t>
        <a:bodyPr/>
        <a:lstStyle/>
        <a:p>
          <a:endParaRPr lang="en-US"/>
        </a:p>
      </dgm:t>
    </dgm:pt>
    <dgm:pt modelId="{36DDB71F-8E8C-425B-87E0-5503C401D990}" type="sibTrans" cxnId="{7A263821-9163-409A-8F73-5CBB0B051754}">
      <dgm:prSet/>
      <dgm:spPr/>
      <dgm:t>
        <a:bodyPr/>
        <a:lstStyle/>
        <a:p>
          <a:endParaRPr lang="en-US"/>
        </a:p>
      </dgm:t>
    </dgm:pt>
    <dgm:pt modelId="{ACA0CD2A-7A57-4D35-B3F6-23A53F9DEFF4}">
      <dgm:prSet phldrT="[Text]" phldr="0"/>
      <dgm:spPr/>
      <dgm:t>
        <a:bodyPr/>
        <a:lstStyle/>
        <a:p>
          <a:r>
            <a:rPr lang="en-US" dirty="0"/>
            <a:t>2. Propose</a:t>
          </a:r>
        </a:p>
      </dgm:t>
    </dgm:pt>
    <dgm:pt modelId="{E166D853-D3BA-4E52-8BE1-B66F33ED063F}" type="parTrans" cxnId="{C39501D0-FEE8-4411-9889-390978BA88B0}">
      <dgm:prSet/>
      <dgm:spPr/>
      <dgm:t>
        <a:bodyPr/>
        <a:lstStyle/>
        <a:p>
          <a:endParaRPr lang="en-US"/>
        </a:p>
      </dgm:t>
    </dgm:pt>
    <dgm:pt modelId="{794EB230-0805-4FB2-9F24-27EF11853631}" type="sibTrans" cxnId="{C39501D0-FEE8-4411-9889-390978BA88B0}">
      <dgm:prSet/>
      <dgm:spPr/>
      <dgm:t>
        <a:bodyPr/>
        <a:lstStyle/>
        <a:p>
          <a:endParaRPr lang="en-US"/>
        </a:p>
      </dgm:t>
    </dgm:pt>
    <dgm:pt modelId="{2FDC1C40-88ED-4D0D-A6DE-55758707DDD2}" type="pres">
      <dgm:prSet presAssocID="{72A1E5C9-DA40-4964-AA78-1B65AF0F61B8}" presName="compositeShape" presStyleCnt="0">
        <dgm:presLayoutVars>
          <dgm:chMax val="7"/>
          <dgm:dir/>
          <dgm:resizeHandles val="exact"/>
        </dgm:presLayoutVars>
      </dgm:prSet>
      <dgm:spPr/>
    </dgm:pt>
    <dgm:pt modelId="{117C6DA7-56B4-468C-AB85-F2B004655798}" type="pres">
      <dgm:prSet presAssocID="{72A1E5C9-DA40-4964-AA78-1B65AF0F61B8}" presName="wedge1" presStyleLbl="node1" presStyleIdx="0" presStyleCnt="4"/>
      <dgm:spPr/>
    </dgm:pt>
    <dgm:pt modelId="{98953C5E-F2F0-4648-8DA6-F86BACE27107}" type="pres">
      <dgm:prSet presAssocID="{72A1E5C9-DA40-4964-AA78-1B65AF0F61B8}" presName="dummy1a" presStyleCnt="0"/>
      <dgm:spPr/>
    </dgm:pt>
    <dgm:pt modelId="{9E4BE7D8-4D7B-44D4-9AEF-EC05AEF6F847}" type="pres">
      <dgm:prSet presAssocID="{72A1E5C9-DA40-4964-AA78-1B65AF0F61B8}" presName="dummy1b" presStyleCnt="0"/>
      <dgm:spPr/>
    </dgm:pt>
    <dgm:pt modelId="{3014412E-00E4-44CC-91D2-593D98EFC385}" type="pres">
      <dgm:prSet presAssocID="{72A1E5C9-DA40-4964-AA78-1B65AF0F61B8}" presName="wedge1Tx" presStyleLbl="node1" presStyleIdx="0" presStyleCnt="4">
        <dgm:presLayoutVars>
          <dgm:chMax val="0"/>
          <dgm:chPref val="0"/>
          <dgm:bulletEnabled val="1"/>
        </dgm:presLayoutVars>
      </dgm:prSet>
      <dgm:spPr/>
    </dgm:pt>
    <dgm:pt modelId="{900AC59E-CE9A-4E1F-A925-4C177A082EE6}" type="pres">
      <dgm:prSet presAssocID="{72A1E5C9-DA40-4964-AA78-1B65AF0F61B8}" presName="wedge2" presStyleLbl="node1" presStyleIdx="1" presStyleCnt="4"/>
      <dgm:spPr/>
    </dgm:pt>
    <dgm:pt modelId="{72016E82-1E08-44A9-A2F5-D5DBA671418C}" type="pres">
      <dgm:prSet presAssocID="{72A1E5C9-DA40-4964-AA78-1B65AF0F61B8}" presName="dummy2a" presStyleCnt="0"/>
      <dgm:spPr/>
    </dgm:pt>
    <dgm:pt modelId="{9D956451-DC42-44BF-9865-D18B3AD6FECC}" type="pres">
      <dgm:prSet presAssocID="{72A1E5C9-DA40-4964-AA78-1B65AF0F61B8}" presName="dummy2b" presStyleCnt="0"/>
      <dgm:spPr/>
    </dgm:pt>
    <dgm:pt modelId="{D2149D80-3518-45F9-BE70-EB83E3DCC198}" type="pres">
      <dgm:prSet presAssocID="{72A1E5C9-DA40-4964-AA78-1B65AF0F61B8}" presName="wedge2Tx" presStyleLbl="node1" presStyleIdx="1" presStyleCnt="4">
        <dgm:presLayoutVars>
          <dgm:chMax val="0"/>
          <dgm:chPref val="0"/>
          <dgm:bulletEnabled val="1"/>
        </dgm:presLayoutVars>
      </dgm:prSet>
      <dgm:spPr/>
    </dgm:pt>
    <dgm:pt modelId="{692E1B4E-DA85-477C-B908-72E25E78DC78}" type="pres">
      <dgm:prSet presAssocID="{72A1E5C9-DA40-4964-AA78-1B65AF0F61B8}" presName="wedge3" presStyleLbl="node1" presStyleIdx="2" presStyleCnt="4"/>
      <dgm:spPr/>
    </dgm:pt>
    <dgm:pt modelId="{38E84D40-310B-49D0-ACEF-43566C356C30}" type="pres">
      <dgm:prSet presAssocID="{72A1E5C9-DA40-4964-AA78-1B65AF0F61B8}" presName="dummy3a" presStyleCnt="0"/>
      <dgm:spPr/>
    </dgm:pt>
    <dgm:pt modelId="{7E70F9A5-2324-4152-BC04-437F683AD13A}" type="pres">
      <dgm:prSet presAssocID="{72A1E5C9-DA40-4964-AA78-1B65AF0F61B8}" presName="dummy3b" presStyleCnt="0"/>
      <dgm:spPr/>
    </dgm:pt>
    <dgm:pt modelId="{F8175D61-59B8-453D-9823-AFEB2F5A5A9C}" type="pres">
      <dgm:prSet presAssocID="{72A1E5C9-DA40-4964-AA78-1B65AF0F61B8}" presName="wedge3Tx" presStyleLbl="node1" presStyleIdx="2" presStyleCnt="4">
        <dgm:presLayoutVars>
          <dgm:chMax val="0"/>
          <dgm:chPref val="0"/>
          <dgm:bulletEnabled val="1"/>
        </dgm:presLayoutVars>
      </dgm:prSet>
      <dgm:spPr/>
    </dgm:pt>
    <dgm:pt modelId="{E0FF5EEA-694E-444C-AB5E-BDB98B887E2A}" type="pres">
      <dgm:prSet presAssocID="{72A1E5C9-DA40-4964-AA78-1B65AF0F61B8}" presName="wedge4" presStyleLbl="node1" presStyleIdx="3" presStyleCnt="4"/>
      <dgm:spPr/>
    </dgm:pt>
    <dgm:pt modelId="{BE908BDD-C295-4764-B2F8-F0F4C548DFA0}" type="pres">
      <dgm:prSet presAssocID="{72A1E5C9-DA40-4964-AA78-1B65AF0F61B8}" presName="dummy4a" presStyleCnt="0"/>
      <dgm:spPr/>
    </dgm:pt>
    <dgm:pt modelId="{612A9901-DDFF-4F51-BF28-2DCAD750ED2C}" type="pres">
      <dgm:prSet presAssocID="{72A1E5C9-DA40-4964-AA78-1B65AF0F61B8}" presName="dummy4b" presStyleCnt="0"/>
      <dgm:spPr/>
    </dgm:pt>
    <dgm:pt modelId="{66A3C251-5274-4E0E-B348-FDA21CA4AAC5}" type="pres">
      <dgm:prSet presAssocID="{72A1E5C9-DA40-4964-AA78-1B65AF0F61B8}" presName="wedge4Tx" presStyleLbl="node1" presStyleIdx="3" presStyleCnt="4">
        <dgm:presLayoutVars>
          <dgm:chMax val="0"/>
          <dgm:chPref val="0"/>
          <dgm:bulletEnabled val="1"/>
        </dgm:presLayoutVars>
      </dgm:prSet>
      <dgm:spPr/>
    </dgm:pt>
    <dgm:pt modelId="{9478E59D-60CF-4D78-BB6A-7100E7DDEF04}" type="pres">
      <dgm:prSet presAssocID="{394DF1B0-3895-4CDF-AE24-18A635B003C4}" presName="arrowWedge1" presStyleLbl="fgSibTrans2D1" presStyleIdx="0" presStyleCnt="4"/>
      <dgm:spPr/>
    </dgm:pt>
    <dgm:pt modelId="{9998EDA2-0B54-4A95-99B8-27BAC2F719C9}" type="pres">
      <dgm:prSet presAssocID="{794EB230-0805-4FB2-9F24-27EF11853631}" presName="arrowWedge2" presStyleLbl="fgSibTrans2D1" presStyleIdx="1" presStyleCnt="4"/>
      <dgm:spPr/>
    </dgm:pt>
    <dgm:pt modelId="{9A51EBF5-C1FD-4522-B2D4-5686EBBDFFCA}" type="pres">
      <dgm:prSet presAssocID="{2DE665FF-A76D-4655-B806-D64B707E6284}" presName="arrowWedge3" presStyleLbl="fgSibTrans2D1" presStyleIdx="2" presStyleCnt="4"/>
      <dgm:spPr/>
    </dgm:pt>
    <dgm:pt modelId="{FD3221F8-9992-4AC2-BC62-CEC964FDD54A}" type="pres">
      <dgm:prSet presAssocID="{36DDB71F-8E8C-425B-87E0-5503C401D990}" presName="arrowWedge4" presStyleLbl="fgSibTrans2D1" presStyleIdx="3" presStyleCnt="4"/>
      <dgm:spPr/>
    </dgm:pt>
  </dgm:ptLst>
  <dgm:cxnLst>
    <dgm:cxn modelId="{6B671401-EBEB-4577-8F07-D4269A14B59C}" type="presOf" srcId="{D9BD2E6B-C2D9-4B32-96C2-D75674FA45D8}" destId="{E0FF5EEA-694E-444C-AB5E-BDB98B887E2A}" srcOrd="0" destOrd="0" presId="urn:microsoft.com/office/officeart/2005/8/layout/cycle8"/>
    <dgm:cxn modelId="{FBF73215-E02A-42A8-B7A8-6336086B3DBD}" type="presOf" srcId="{ACA0CD2A-7A57-4D35-B3F6-23A53F9DEFF4}" destId="{D2149D80-3518-45F9-BE70-EB83E3DCC198}" srcOrd="1" destOrd="0" presId="urn:microsoft.com/office/officeart/2005/8/layout/cycle8"/>
    <dgm:cxn modelId="{B0700F1B-300A-4E7C-BC8A-16CF308CC9DB}" type="presOf" srcId="{ACA0CD2A-7A57-4D35-B3F6-23A53F9DEFF4}" destId="{900AC59E-CE9A-4E1F-A925-4C177A082EE6}" srcOrd="0" destOrd="0" presId="urn:microsoft.com/office/officeart/2005/8/layout/cycle8"/>
    <dgm:cxn modelId="{7A263821-9163-409A-8F73-5CBB0B051754}" srcId="{72A1E5C9-DA40-4964-AA78-1B65AF0F61B8}" destId="{D9BD2E6B-C2D9-4B32-96C2-D75674FA45D8}" srcOrd="3" destOrd="0" parTransId="{19ADCE60-2E91-4F3E-81CE-92EB1E994B34}" sibTransId="{36DDB71F-8E8C-425B-87E0-5503C401D990}"/>
    <dgm:cxn modelId="{3504715B-315B-4EAF-AEC4-CBF65DF66741}" type="presOf" srcId="{B6212F07-D1C6-4814-BA29-C7CC6625E640}" destId="{692E1B4E-DA85-477C-B908-72E25E78DC78}" srcOrd="0" destOrd="0" presId="urn:microsoft.com/office/officeart/2005/8/layout/cycle8"/>
    <dgm:cxn modelId="{14256A61-D647-4797-907A-CA5AE1094867}" type="presOf" srcId="{20FA1C34-7AAE-41F4-8D55-A77973C1B225}" destId="{117C6DA7-56B4-468C-AB85-F2B004655798}" srcOrd="0" destOrd="0" presId="urn:microsoft.com/office/officeart/2005/8/layout/cycle8"/>
    <dgm:cxn modelId="{95744C59-3222-45F0-8989-5EBC4D92F0EB}" srcId="{72A1E5C9-DA40-4964-AA78-1B65AF0F61B8}" destId="{B6212F07-D1C6-4814-BA29-C7CC6625E640}" srcOrd="2" destOrd="0" parTransId="{D73AD601-28D4-4EE8-9A27-A517E02DCB38}" sibTransId="{2DE665FF-A76D-4655-B806-D64B707E6284}"/>
    <dgm:cxn modelId="{C690D983-B5BD-4AD3-A846-9B111FF3124C}" type="presOf" srcId="{20FA1C34-7AAE-41F4-8D55-A77973C1B225}" destId="{3014412E-00E4-44CC-91D2-593D98EFC385}" srcOrd="1" destOrd="0" presId="urn:microsoft.com/office/officeart/2005/8/layout/cycle8"/>
    <dgm:cxn modelId="{67FDADA7-463D-41AB-AAFF-E09F64F15058}" srcId="{72A1E5C9-DA40-4964-AA78-1B65AF0F61B8}" destId="{20FA1C34-7AAE-41F4-8D55-A77973C1B225}" srcOrd="0" destOrd="0" parTransId="{31F9F48B-E119-47C1-9B54-B3B3C7E7B1B0}" sibTransId="{394DF1B0-3895-4CDF-AE24-18A635B003C4}"/>
    <dgm:cxn modelId="{C39501D0-FEE8-4411-9889-390978BA88B0}" srcId="{72A1E5C9-DA40-4964-AA78-1B65AF0F61B8}" destId="{ACA0CD2A-7A57-4D35-B3F6-23A53F9DEFF4}" srcOrd="1" destOrd="0" parTransId="{E166D853-D3BA-4E52-8BE1-B66F33ED063F}" sibTransId="{794EB230-0805-4FB2-9F24-27EF11853631}"/>
    <dgm:cxn modelId="{B05903D0-D40A-4E9B-9CBB-7229E706C61D}" type="presOf" srcId="{D9BD2E6B-C2D9-4B32-96C2-D75674FA45D8}" destId="{66A3C251-5274-4E0E-B348-FDA21CA4AAC5}" srcOrd="1" destOrd="0" presId="urn:microsoft.com/office/officeart/2005/8/layout/cycle8"/>
    <dgm:cxn modelId="{038776D8-69E9-4199-A8CA-03936FB7CBF9}" type="presOf" srcId="{B6212F07-D1C6-4814-BA29-C7CC6625E640}" destId="{F8175D61-59B8-453D-9823-AFEB2F5A5A9C}" srcOrd="1" destOrd="0" presId="urn:microsoft.com/office/officeart/2005/8/layout/cycle8"/>
    <dgm:cxn modelId="{616004DD-A55D-4A78-B1F3-83F3F0AA27B7}" type="presOf" srcId="{72A1E5C9-DA40-4964-AA78-1B65AF0F61B8}" destId="{2FDC1C40-88ED-4D0D-A6DE-55758707DDD2}" srcOrd="0" destOrd="0" presId="urn:microsoft.com/office/officeart/2005/8/layout/cycle8"/>
    <dgm:cxn modelId="{D4D77BF2-73B8-44E9-BE33-C89494ADC28A}" type="presParOf" srcId="{2FDC1C40-88ED-4D0D-A6DE-55758707DDD2}" destId="{117C6DA7-56B4-468C-AB85-F2B004655798}" srcOrd="0" destOrd="0" presId="urn:microsoft.com/office/officeart/2005/8/layout/cycle8"/>
    <dgm:cxn modelId="{D188A868-539A-43CC-A070-58D0BDDAE598}" type="presParOf" srcId="{2FDC1C40-88ED-4D0D-A6DE-55758707DDD2}" destId="{98953C5E-F2F0-4648-8DA6-F86BACE27107}" srcOrd="1" destOrd="0" presId="urn:microsoft.com/office/officeart/2005/8/layout/cycle8"/>
    <dgm:cxn modelId="{A137D89A-916A-483D-A474-554736945D2B}" type="presParOf" srcId="{2FDC1C40-88ED-4D0D-A6DE-55758707DDD2}" destId="{9E4BE7D8-4D7B-44D4-9AEF-EC05AEF6F847}" srcOrd="2" destOrd="0" presId="urn:microsoft.com/office/officeart/2005/8/layout/cycle8"/>
    <dgm:cxn modelId="{555D6821-583E-45DB-896A-09656155478C}" type="presParOf" srcId="{2FDC1C40-88ED-4D0D-A6DE-55758707DDD2}" destId="{3014412E-00E4-44CC-91D2-593D98EFC385}" srcOrd="3" destOrd="0" presId="urn:microsoft.com/office/officeart/2005/8/layout/cycle8"/>
    <dgm:cxn modelId="{952F19B8-4B48-46FC-B642-7B3D383F2AE7}" type="presParOf" srcId="{2FDC1C40-88ED-4D0D-A6DE-55758707DDD2}" destId="{900AC59E-CE9A-4E1F-A925-4C177A082EE6}" srcOrd="4" destOrd="0" presId="urn:microsoft.com/office/officeart/2005/8/layout/cycle8"/>
    <dgm:cxn modelId="{2F651490-46AB-4718-9BA0-2A6D8A4C2219}" type="presParOf" srcId="{2FDC1C40-88ED-4D0D-A6DE-55758707DDD2}" destId="{72016E82-1E08-44A9-A2F5-D5DBA671418C}" srcOrd="5" destOrd="0" presId="urn:microsoft.com/office/officeart/2005/8/layout/cycle8"/>
    <dgm:cxn modelId="{842AF32B-92B1-4D6E-BB2B-F476FFC8C607}" type="presParOf" srcId="{2FDC1C40-88ED-4D0D-A6DE-55758707DDD2}" destId="{9D956451-DC42-44BF-9865-D18B3AD6FECC}" srcOrd="6" destOrd="0" presId="urn:microsoft.com/office/officeart/2005/8/layout/cycle8"/>
    <dgm:cxn modelId="{2A376CD5-6A9D-40AA-86C9-181B6D59992E}" type="presParOf" srcId="{2FDC1C40-88ED-4D0D-A6DE-55758707DDD2}" destId="{D2149D80-3518-45F9-BE70-EB83E3DCC198}" srcOrd="7" destOrd="0" presId="urn:microsoft.com/office/officeart/2005/8/layout/cycle8"/>
    <dgm:cxn modelId="{3F78F1E3-6843-44A7-ACB5-CF808BCB3264}" type="presParOf" srcId="{2FDC1C40-88ED-4D0D-A6DE-55758707DDD2}" destId="{692E1B4E-DA85-477C-B908-72E25E78DC78}" srcOrd="8" destOrd="0" presId="urn:microsoft.com/office/officeart/2005/8/layout/cycle8"/>
    <dgm:cxn modelId="{6E3C22AC-A099-4133-BCD9-6079E8062458}" type="presParOf" srcId="{2FDC1C40-88ED-4D0D-A6DE-55758707DDD2}" destId="{38E84D40-310B-49D0-ACEF-43566C356C30}" srcOrd="9" destOrd="0" presId="urn:microsoft.com/office/officeart/2005/8/layout/cycle8"/>
    <dgm:cxn modelId="{5F6E234A-87E4-4E42-9AE6-1ADD9E8C2949}" type="presParOf" srcId="{2FDC1C40-88ED-4D0D-A6DE-55758707DDD2}" destId="{7E70F9A5-2324-4152-BC04-437F683AD13A}" srcOrd="10" destOrd="0" presId="urn:microsoft.com/office/officeart/2005/8/layout/cycle8"/>
    <dgm:cxn modelId="{1A579C23-00DB-47B2-9C52-0A4F03395657}" type="presParOf" srcId="{2FDC1C40-88ED-4D0D-A6DE-55758707DDD2}" destId="{F8175D61-59B8-453D-9823-AFEB2F5A5A9C}" srcOrd="11" destOrd="0" presId="urn:microsoft.com/office/officeart/2005/8/layout/cycle8"/>
    <dgm:cxn modelId="{59304CEB-CEBE-4656-967E-DE53E03738E7}" type="presParOf" srcId="{2FDC1C40-88ED-4D0D-A6DE-55758707DDD2}" destId="{E0FF5EEA-694E-444C-AB5E-BDB98B887E2A}" srcOrd="12" destOrd="0" presId="urn:microsoft.com/office/officeart/2005/8/layout/cycle8"/>
    <dgm:cxn modelId="{44C43334-0FC3-4F1E-A936-599EBE9AA9AE}" type="presParOf" srcId="{2FDC1C40-88ED-4D0D-A6DE-55758707DDD2}" destId="{BE908BDD-C295-4764-B2F8-F0F4C548DFA0}" srcOrd="13" destOrd="0" presId="urn:microsoft.com/office/officeart/2005/8/layout/cycle8"/>
    <dgm:cxn modelId="{38F76B34-B6B1-4841-96F4-9962B999C88C}" type="presParOf" srcId="{2FDC1C40-88ED-4D0D-A6DE-55758707DDD2}" destId="{612A9901-DDFF-4F51-BF28-2DCAD750ED2C}" srcOrd="14" destOrd="0" presId="urn:microsoft.com/office/officeart/2005/8/layout/cycle8"/>
    <dgm:cxn modelId="{F00892EE-2998-4BDC-8B84-47498BD6270A}" type="presParOf" srcId="{2FDC1C40-88ED-4D0D-A6DE-55758707DDD2}" destId="{66A3C251-5274-4E0E-B348-FDA21CA4AAC5}" srcOrd="15" destOrd="0" presId="urn:microsoft.com/office/officeart/2005/8/layout/cycle8"/>
    <dgm:cxn modelId="{0FC26F2D-B30D-4313-9E6C-2B608B66963E}" type="presParOf" srcId="{2FDC1C40-88ED-4D0D-A6DE-55758707DDD2}" destId="{9478E59D-60CF-4D78-BB6A-7100E7DDEF04}" srcOrd="16" destOrd="0" presId="urn:microsoft.com/office/officeart/2005/8/layout/cycle8"/>
    <dgm:cxn modelId="{D7B8BA1C-18A8-4E86-B3FE-EBE50F0DB359}" type="presParOf" srcId="{2FDC1C40-88ED-4D0D-A6DE-55758707DDD2}" destId="{9998EDA2-0B54-4A95-99B8-27BAC2F719C9}" srcOrd="17" destOrd="0" presId="urn:microsoft.com/office/officeart/2005/8/layout/cycle8"/>
    <dgm:cxn modelId="{BB73061A-D550-42C5-BE69-A45D9CE68FBA}" type="presParOf" srcId="{2FDC1C40-88ED-4D0D-A6DE-55758707DDD2}" destId="{9A51EBF5-C1FD-4522-B2D4-5686EBBDFFCA}" srcOrd="18" destOrd="0" presId="urn:microsoft.com/office/officeart/2005/8/layout/cycle8"/>
    <dgm:cxn modelId="{F0C8F796-B15C-4515-9936-7F687E13FD36}" type="presParOf" srcId="{2FDC1C40-88ED-4D0D-A6DE-55758707DDD2}" destId="{FD3221F8-9992-4AC2-BC62-CEC964FDD54A}" srcOrd="19" destOrd="0" presId="urn:microsoft.com/office/officeart/2005/8/layout/cycle8"/>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F58D683-AE61-4B62-AE3C-E9EA7FB0F0ED}" type="doc">
      <dgm:prSet loTypeId="urn:microsoft.com/office/officeart/2008/layout/LinedList" loCatId="list" qsTypeId="urn:microsoft.com/office/officeart/2005/8/quickstyle/simple1#9" qsCatId="simple" csTypeId="urn:microsoft.com/office/officeart/2005/8/colors/accent1_2#9" csCatId="accent1" phldr="1"/>
      <dgm:spPr/>
      <dgm:t>
        <a:bodyPr/>
        <a:lstStyle/>
        <a:p>
          <a:endParaRPr lang="en-US"/>
        </a:p>
      </dgm:t>
    </dgm:pt>
    <dgm:pt modelId="{7CE6F9C5-97F9-487E-8355-1D9804195A3D}">
      <dgm:prSet phldrT="[Text]" phldr="0"/>
      <dgm:spPr/>
      <dgm:t>
        <a:bodyPr/>
        <a:lstStyle/>
        <a:p>
          <a:r>
            <a:rPr lang="en-US" dirty="0"/>
            <a:t>Mary: Analyst</a:t>
          </a:r>
        </a:p>
      </dgm:t>
    </dgm:pt>
    <dgm:pt modelId="{8DABCB70-E396-408C-A7C6-E50CA3E70557}" type="parTrans" cxnId="{12FCADBB-CD91-49BB-AAC3-4267618454AE}">
      <dgm:prSet/>
      <dgm:spPr/>
      <dgm:t>
        <a:bodyPr/>
        <a:lstStyle/>
        <a:p>
          <a:endParaRPr lang="en-US"/>
        </a:p>
      </dgm:t>
    </dgm:pt>
    <dgm:pt modelId="{A9C14E7F-F88D-45DA-A315-897C0F43CEC7}" type="sibTrans" cxnId="{12FCADBB-CD91-49BB-AAC3-4267618454AE}">
      <dgm:prSet/>
      <dgm:spPr/>
      <dgm:t>
        <a:bodyPr/>
        <a:lstStyle/>
        <a:p>
          <a:endParaRPr lang="en-US"/>
        </a:p>
      </dgm:t>
    </dgm:pt>
    <dgm:pt modelId="{1F9EDC79-A111-427D-BEEA-672DB9C36FC1}">
      <dgm:prSet phldrT="[Text]" phldr="0"/>
      <dgm:spPr/>
      <dgm:t>
        <a:bodyPr/>
        <a:lstStyle/>
        <a:p>
          <a:r>
            <a:rPr lang="en-US" dirty="0"/>
            <a:t>John: Product Manager</a:t>
          </a:r>
        </a:p>
      </dgm:t>
    </dgm:pt>
    <dgm:pt modelId="{88EAC838-3137-4CFC-85AB-A650597F2605}" type="parTrans" cxnId="{A5299896-DF17-4587-A2B1-F09DE3D3A6BE}">
      <dgm:prSet/>
      <dgm:spPr/>
      <dgm:t>
        <a:bodyPr/>
        <a:lstStyle/>
        <a:p>
          <a:endParaRPr lang="en-US"/>
        </a:p>
      </dgm:t>
    </dgm:pt>
    <dgm:pt modelId="{F4B00E12-FC1A-4812-B9C1-E3F453036842}" type="sibTrans" cxnId="{A5299896-DF17-4587-A2B1-F09DE3D3A6BE}">
      <dgm:prSet/>
      <dgm:spPr/>
      <dgm:t>
        <a:bodyPr/>
        <a:lstStyle/>
        <a:p>
          <a:endParaRPr lang="en-US"/>
        </a:p>
      </dgm:t>
    </dgm:pt>
    <dgm:pt modelId="{38709D8C-688B-40E8-BDBC-672366E56E18}">
      <dgm:prSet phldrT="[Text]" phldr="0"/>
      <dgm:spPr/>
      <dgm:t>
        <a:bodyPr/>
        <a:lstStyle/>
        <a:p>
          <a:r>
            <a:rPr lang="en-US" dirty="0"/>
            <a:t>Winston: Architect</a:t>
          </a:r>
        </a:p>
      </dgm:t>
    </dgm:pt>
    <dgm:pt modelId="{35A0EC67-90D3-454A-9CD0-A1145E7FBE00}" type="parTrans" cxnId="{D3B25508-0754-4CEA-B6AF-CBB4636DD8FA}">
      <dgm:prSet/>
      <dgm:spPr/>
      <dgm:t>
        <a:bodyPr/>
        <a:lstStyle/>
        <a:p>
          <a:endParaRPr lang="en-US"/>
        </a:p>
      </dgm:t>
    </dgm:pt>
    <dgm:pt modelId="{CEC4F66E-F039-417E-AD11-9033E9865BB3}" type="sibTrans" cxnId="{D3B25508-0754-4CEA-B6AF-CBB4636DD8FA}">
      <dgm:prSet/>
      <dgm:spPr/>
      <dgm:t>
        <a:bodyPr/>
        <a:lstStyle/>
        <a:p>
          <a:endParaRPr lang="en-US"/>
        </a:p>
      </dgm:t>
    </dgm:pt>
    <dgm:pt modelId="{BBE13E47-3A38-445E-9758-B00626EAD975}">
      <dgm:prSet phldrT="[Text]" phldr="0"/>
      <dgm:spPr/>
      <dgm:t>
        <a:bodyPr/>
        <a:lstStyle/>
        <a:p>
          <a:r>
            <a:rPr lang="en-US" dirty="0"/>
            <a:t>Bob: Scrum Master</a:t>
          </a:r>
        </a:p>
      </dgm:t>
    </dgm:pt>
    <dgm:pt modelId="{A3C902F6-6A4E-4379-88AD-AAC2F9B6DBEA}" type="parTrans" cxnId="{C1CEB1A9-D327-484E-97BC-C7D82C386F38}">
      <dgm:prSet/>
      <dgm:spPr/>
      <dgm:t>
        <a:bodyPr/>
        <a:lstStyle/>
        <a:p>
          <a:endParaRPr lang="en-US"/>
        </a:p>
      </dgm:t>
    </dgm:pt>
    <dgm:pt modelId="{4A9906AC-9D50-4C82-81EC-28E95A3AA44C}" type="sibTrans" cxnId="{C1CEB1A9-D327-484E-97BC-C7D82C386F38}">
      <dgm:prSet/>
      <dgm:spPr/>
      <dgm:t>
        <a:bodyPr/>
        <a:lstStyle/>
        <a:p>
          <a:endParaRPr lang="en-US"/>
        </a:p>
      </dgm:t>
    </dgm:pt>
    <dgm:pt modelId="{A7E6F1CB-0924-441A-9990-1E309A0479CD}">
      <dgm:prSet phldrT="[Text]" phldr="0"/>
      <dgm:spPr/>
      <dgm:t>
        <a:bodyPr/>
        <a:lstStyle/>
        <a:p>
          <a:r>
            <a:rPr lang="en-US" dirty="0"/>
            <a:t>Amelia: Developer</a:t>
          </a:r>
        </a:p>
      </dgm:t>
    </dgm:pt>
    <dgm:pt modelId="{5A6D0308-FEEC-4F02-868F-325A672ECA7B}" type="parTrans" cxnId="{0D01271B-BB99-4733-8BCE-5D3CF3E8D5B5}">
      <dgm:prSet/>
      <dgm:spPr/>
      <dgm:t>
        <a:bodyPr/>
        <a:lstStyle/>
        <a:p>
          <a:endParaRPr lang="en-US"/>
        </a:p>
      </dgm:t>
    </dgm:pt>
    <dgm:pt modelId="{B90A6D59-F93E-4806-839F-35EE765C09A9}" type="sibTrans" cxnId="{0D01271B-BB99-4733-8BCE-5D3CF3E8D5B5}">
      <dgm:prSet/>
      <dgm:spPr/>
      <dgm:t>
        <a:bodyPr/>
        <a:lstStyle/>
        <a:p>
          <a:endParaRPr lang="en-US"/>
        </a:p>
      </dgm:t>
    </dgm:pt>
    <dgm:pt modelId="{870A5BF1-A133-445E-BE31-2C6891EB0FD1}">
      <dgm:prSet phldrT="[Text]" phldr="0"/>
      <dgm:spPr/>
      <dgm:t>
        <a:bodyPr/>
        <a:lstStyle/>
        <a:p>
          <a:r>
            <a:rPr lang="en-US" dirty="0"/>
            <a:t>Quinn: QA Engineer</a:t>
          </a:r>
        </a:p>
      </dgm:t>
    </dgm:pt>
    <dgm:pt modelId="{7BC90B8F-DA89-4BD6-A731-EE8908CE9EE5}" type="parTrans" cxnId="{70693A29-BD8D-4AEF-B52A-ED0888AC861E}">
      <dgm:prSet/>
      <dgm:spPr/>
      <dgm:t>
        <a:bodyPr/>
        <a:lstStyle/>
        <a:p>
          <a:endParaRPr lang="en-US"/>
        </a:p>
      </dgm:t>
    </dgm:pt>
    <dgm:pt modelId="{7D2E3E45-4AF8-426D-A96F-2FE1155931EA}" type="sibTrans" cxnId="{70693A29-BD8D-4AEF-B52A-ED0888AC861E}">
      <dgm:prSet/>
      <dgm:spPr/>
      <dgm:t>
        <a:bodyPr/>
        <a:lstStyle/>
        <a:p>
          <a:endParaRPr lang="en-US"/>
        </a:p>
      </dgm:t>
    </dgm:pt>
    <dgm:pt modelId="{11898EFB-14F9-4FF7-941A-24C3AAD2DB79}">
      <dgm:prSet phldrT="[Text]" phldr="0"/>
      <dgm:spPr/>
      <dgm:t>
        <a:bodyPr/>
        <a:lstStyle/>
        <a:p>
          <a:r>
            <a:rPr lang="en-US" dirty="0"/>
            <a:t>Barry: Quick Solo Dev</a:t>
          </a:r>
        </a:p>
      </dgm:t>
    </dgm:pt>
    <dgm:pt modelId="{5D5BF75D-C4E1-4B32-8F0B-1DA8EEBC9748}" type="parTrans" cxnId="{2CACDE3B-DA3F-4605-941C-C84DBFA28904}">
      <dgm:prSet/>
      <dgm:spPr/>
      <dgm:t>
        <a:bodyPr/>
        <a:lstStyle/>
        <a:p>
          <a:endParaRPr lang="en-US"/>
        </a:p>
      </dgm:t>
    </dgm:pt>
    <dgm:pt modelId="{1132D76A-5ABE-45B3-B18A-FEF8BCD68E3D}" type="sibTrans" cxnId="{2CACDE3B-DA3F-4605-941C-C84DBFA28904}">
      <dgm:prSet/>
      <dgm:spPr/>
      <dgm:t>
        <a:bodyPr/>
        <a:lstStyle/>
        <a:p>
          <a:endParaRPr lang="en-US"/>
        </a:p>
      </dgm:t>
    </dgm:pt>
    <dgm:pt modelId="{76CDCD65-2143-4E40-A3EC-CE5BC6A2146D}">
      <dgm:prSet phldrT="[Text]" phldr="0"/>
      <dgm:spPr/>
      <dgm:t>
        <a:bodyPr/>
        <a:lstStyle/>
        <a:p>
          <a:r>
            <a:rPr lang="en-US" dirty="0"/>
            <a:t>Sally: UX Engineer</a:t>
          </a:r>
        </a:p>
      </dgm:t>
    </dgm:pt>
    <dgm:pt modelId="{1D61D838-BEA0-4266-9C20-928899C8AC67}" type="parTrans" cxnId="{3B1B4574-64C5-4D7C-959A-36C13619B95C}">
      <dgm:prSet/>
      <dgm:spPr/>
      <dgm:t>
        <a:bodyPr/>
        <a:lstStyle/>
        <a:p>
          <a:endParaRPr lang="en-US"/>
        </a:p>
      </dgm:t>
    </dgm:pt>
    <dgm:pt modelId="{F91977EB-2637-445F-A032-3685EB3CBE56}" type="sibTrans" cxnId="{3B1B4574-64C5-4D7C-959A-36C13619B95C}">
      <dgm:prSet/>
      <dgm:spPr/>
      <dgm:t>
        <a:bodyPr/>
        <a:lstStyle/>
        <a:p>
          <a:endParaRPr lang="en-US"/>
        </a:p>
      </dgm:t>
    </dgm:pt>
    <dgm:pt modelId="{040B44A2-DC43-451C-AE5E-CD5BB9A64F88}">
      <dgm:prSet phldrT="[Text]" phldr="0"/>
      <dgm:spPr/>
      <dgm:t>
        <a:bodyPr/>
        <a:lstStyle/>
        <a:p>
          <a:r>
            <a:rPr lang="en-US" dirty="0"/>
            <a:t>Paige: Technical Writer</a:t>
          </a:r>
        </a:p>
      </dgm:t>
    </dgm:pt>
    <dgm:pt modelId="{C5115095-26E2-47F0-8B8A-9FB5A1CC0F90}" type="parTrans" cxnId="{4265C8E5-0D6C-4C95-AF00-0F9A6C02561A}">
      <dgm:prSet/>
      <dgm:spPr/>
      <dgm:t>
        <a:bodyPr/>
        <a:lstStyle/>
        <a:p>
          <a:endParaRPr lang="en-US"/>
        </a:p>
      </dgm:t>
    </dgm:pt>
    <dgm:pt modelId="{84DB0924-5B65-4A81-95AF-68A7F6CC6999}" type="sibTrans" cxnId="{4265C8E5-0D6C-4C95-AF00-0F9A6C02561A}">
      <dgm:prSet/>
      <dgm:spPr/>
      <dgm:t>
        <a:bodyPr/>
        <a:lstStyle/>
        <a:p>
          <a:endParaRPr lang="en-US"/>
        </a:p>
      </dgm:t>
    </dgm:pt>
    <dgm:pt modelId="{2C5A6358-75CE-48BC-AE14-7045EED36CD5}" type="pres">
      <dgm:prSet presAssocID="{7F58D683-AE61-4B62-AE3C-E9EA7FB0F0ED}" presName="vert0" presStyleCnt="0">
        <dgm:presLayoutVars>
          <dgm:dir/>
          <dgm:animOne val="branch"/>
          <dgm:animLvl val="lvl"/>
        </dgm:presLayoutVars>
      </dgm:prSet>
      <dgm:spPr/>
    </dgm:pt>
    <dgm:pt modelId="{D09238A8-D989-4004-A67B-BD5C67112E42}" type="pres">
      <dgm:prSet presAssocID="{7CE6F9C5-97F9-487E-8355-1D9804195A3D}" presName="thickLine" presStyleLbl="alignNode1" presStyleIdx="0" presStyleCnt="9"/>
      <dgm:spPr/>
    </dgm:pt>
    <dgm:pt modelId="{7663C5A6-C5AB-4054-8E56-91E1B72204BA}" type="pres">
      <dgm:prSet presAssocID="{7CE6F9C5-97F9-487E-8355-1D9804195A3D}" presName="horz1" presStyleCnt="0"/>
      <dgm:spPr/>
    </dgm:pt>
    <dgm:pt modelId="{CF934ED7-E30A-41D6-AA21-D6F1C722531D}" type="pres">
      <dgm:prSet presAssocID="{7CE6F9C5-97F9-487E-8355-1D9804195A3D}" presName="tx1" presStyleLbl="revTx" presStyleIdx="0" presStyleCnt="9"/>
      <dgm:spPr/>
    </dgm:pt>
    <dgm:pt modelId="{E0D75684-D522-4DA2-BD9B-DEA44529DF2B}" type="pres">
      <dgm:prSet presAssocID="{7CE6F9C5-97F9-487E-8355-1D9804195A3D}" presName="vert1" presStyleCnt="0"/>
      <dgm:spPr/>
    </dgm:pt>
    <dgm:pt modelId="{B1E1AFA6-E14C-4CFE-B800-B08B59F30AE4}" type="pres">
      <dgm:prSet presAssocID="{1F9EDC79-A111-427D-BEEA-672DB9C36FC1}" presName="thickLine" presStyleLbl="alignNode1" presStyleIdx="1" presStyleCnt="9"/>
      <dgm:spPr/>
    </dgm:pt>
    <dgm:pt modelId="{6EFCAD1E-5E1C-440E-81FC-60F1CBB58DE4}" type="pres">
      <dgm:prSet presAssocID="{1F9EDC79-A111-427D-BEEA-672DB9C36FC1}" presName="horz1" presStyleCnt="0"/>
      <dgm:spPr/>
    </dgm:pt>
    <dgm:pt modelId="{A6A1BDD0-AA60-4208-9E1B-1230F6F3E2BE}" type="pres">
      <dgm:prSet presAssocID="{1F9EDC79-A111-427D-BEEA-672DB9C36FC1}" presName="tx1" presStyleLbl="revTx" presStyleIdx="1" presStyleCnt="9"/>
      <dgm:spPr/>
    </dgm:pt>
    <dgm:pt modelId="{CD9998AD-801F-41F9-9203-147B1C9A5DDE}" type="pres">
      <dgm:prSet presAssocID="{1F9EDC79-A111-427D-BEEA-672DB9C36FC1}" presName="vert1" presStyleCnt="0"/>
      <dgm:spPr/>
    </dgm:pt>
    <dgm:pt modelId="{AD29E380-701A-4EAB-AC18-486CF6834F01}" type="pres">
      <dgm:prSet presAssocID="{38709D8C-688B-40E8-BDBC-672366E56E18}" presName="thickLine" presStyleLbl="alignNode1" presStyleIdx="2" presStyleCnt="9"/>
      <dgm:spPr/>
    </dgm:pt>
    <dgm:pt modelId="{CECA6111-8550-4EBA-9DC2-9EF150F59D89}" type="pres">
      <dgm:prSet presAssocID="{38709D8C-688B-40E8-BDBC-672366E56E18}" presName="horz1" presStyleCnt="0"/>
      <dgm:spPr/>
    </dgm:pt>
    <dgm:pt modelId="{6E47403C-A175-4EDD-9DF4-0E5E56E47B11}" type="pres">
      <dgm:prSet presAssocID="{38709D8C-688B-40E8-BDBC-672366E56E18}" presName="tx1" presStyleLbl="revTx" presStyleIdx="2" presStyleCnt="9"/>
      <dgm:spPr/>
    </dgm:pt>
    <dgm:pt modelId="{32B3BBFF-0C39-4D48-A420-C988F887F1A5}" type="pres">
      <dgm:prSet presAssocID="{38709D8C-688B-40E8-BDBC-672366E56E18}" presName="vert1" presStyleCnt="0"/>
      <dgm:spPr/>
    </dgm:pt>
    <dgm:pt modelId="{4A349031-4928-4D89-9572-19B43A446E79}" type="pres">
      <dgm:prSet presAssocID="{BBE13E47-3A38-445E-9758-B00626EAD975}" presName="thickLine" presStyleLbl="alignNode1" presStyleIdx="3" presStyleCnt="9"/>
      <dgm:spPr/>
    </dgm:pt>
    <dgm:pt modelId="{04CEC744-2381-4ED4-898F-687BA869C333}" type="pres">
      <dgm:prSet presAssocID="{BBE13E47-3A38-445E-9758-B00626EAD975}" presName="horz1" presStyleCnt="0"/>
      <dgm:spPr/>
    </dgm:pt>
    <dgm:pt modelId="{20547A2E-35ED-40D2-922A-28246AA8B14D}" type="pres">
      <dgm:prSet presAssocID="{BBE13E47-3A38-445E-9758-B00626EAD975}" presName="tx1" presStyleLbl="revTx" presStyleIdx="3" presStyleCnt="9"/>
      <dgm:spPr/>
    </dgm:pt>
    <dgm:pt modelId="{CF0142CF-C9E7-4412-B87C-173B19EC632B}" type="pres">
      <dgm:prSet presAssocID="{BBE13E47-3A38-445E-9758-B00626EAD975}" presName="vert1" presStyleCnt="0"/>
      <dgm:spPr/>
    </dgm:pt>
    <dgm:pt modelId="{535DE501-FBFB-4FE2-99A3-A2530E743BF9}" type="pres">
      <dgm:prSet presAssocID="{A7E6F1CB-0924-441A-9990-1E309A0479CD}" presName="thickLine" presStyleLbl="alignNode1" presStyleIdx="4" presStyleCnt="9"/>
      <dgm:spPr/>
    </dgm:pt>
    <dgm:pt modelId="{D2C3C56E-310E-4EDF-9D49-64EE5FE9D04D}" type="pres">
      <dgm:prSet presAssocID="{A7E6F1CB-0924-441A-9990-1E309A0479CD}" presName="horz1" presStyleCnt="0"/>
      <dgm:spPr/>
    </dgm:pt>
    <dgm:pt modelId="{89B276C0-3E61-48CD-9DA3-8B60E0FA0529}" type="pres">
      <dgm:prSet presAssocID="{A7E6F1CB-0924-441A-9990-1E309A0479CD}" presName="tx1" presStyleLbl="revTx" presStyleIdx="4" presStyleCnt="9"/>
      <dgm:spPr/>
    </dgm:pt>
    <dgm:pt modelId="{4424D3B2-9C0A-4FF3-9A44-D0C8E7018A12}" type="pres">
      <dgm:prSet presAssocID="{A7E6F1CB-0924-441A-9990-1E309A0479CD}" presName="vert1" presStyleCnt="0"/>
      <dgm:spPr/>
    </dgm:pt>
    <dgm:pt modelId="{71E60CA6-773D-45B0-8840-B90397B04DFE}" type="pres">
      <dgm:prSet presAssocID="{870A5BF1-A133-445E-BE31-2C6891EB0FD1}" presName="thickLine" presStyleLbl="alignNode1" presStyleIdx="5" presStyleCnt="9"/>
      <dgm:spPr/>
    </dgm:pt>
    <dgm:pt modelId="{CEDA031B-058D-46D4-A9CA-05E4AE527B83}" type="pres">
      <dgm:prSet presAssocID="{870A5BF1-A133-445E-BE31-2C6891EB0FD1}" presName="horz1" presStyleCnt="0"/>
      <dgm:spPr/>
    </dgm:pt>
    <dgm:pt modelId="{345A3268-3B51-4006-BA0C-36120EDBE2D2}" type="pres">
      <dgm:prSet presAssocID="{870A5BF1-A133-445E-BE31-2C6891EB0FD1}" presName="tx1" presStyleLbl="revTx" presStyleIdx="5" presStyleCnt="9"/>
      <dgm:spPr/>
    </dgm:pt>
    <dgm:pt modelId="{805287D3-7327-49F4-82B0-81EA46D9065E}" type="pres">
      <dgm:prSet presAssocID="{870A5BF1-A133-445E-BE31-2C6891EB0FD1}" presName="vert1" presStyleCnt="0"/>
      <dgm:spPr/>
    </dgm:pt>
    <dgm:pt modelId="{8DEB9F3A-CA2E-4139-97AB-921A4B9DD7C4}" type="pres">
      <dgm:prSet presAssocID="{11898EFB-14F9-4FF7-941A-24C3AAD2DB79}" presName="thickLine" presStyleLbl="alignNode1" presStyleIdx="6" presStyleCnt="9"/>
      <dgm:spPr/>
    </dgm:pt>
    <dgm:pt modelId="{DDC46DDB-3724-47C1-8580-CDC70E721C18}" type="pres">
      <dgm:prSet presAssocID="{11898EFB-14F9-4FF7-941A-24C3AAD2DB79}" presName="horz1" presStyleCnt="0"/>
      <dgm:spPr/>
    </dgm:pt>
    <dgm:pt modelId="{EE8AC5FC-C982-48CD-9FC2-94636AD5DA7A}" type="pres">
      <dgm:prSet presAssocID="{11898EFB-14F9-4FF7-941A-24C3AAD2DB79}" presName="tx1" presStyleLbl="revTx" presStyleIdx="6" presStyleCnt="9"/>
      <dgm:spPr/>
    </dgm:pt>
    <dgm:pt modelId="{4A7A7359-6FD1-4F1A-9C27-A48836C271D3}" type="pres">
      <dgm:prSet presAssocID="{11898EFB-14F9-4FF7-941A-24C3AAD2DB79}" presName="vert1" presStyleCnt="0"/>
      <dgm:spPr/>
    </dgm:pt>
    <dgm:pt modelId="{F836B1C8-D6CA-45A9-A59F-F7075986836C}" type="pres">
      <dgm:prSet presAssocID="{76CDCD65-2143-4E40-A3EC-CE5BC6A2146D}" presName="thickLine" presStyleLbl="alignNode1" presStyleIdx="7" presStyleCnt="9"/>
      <dgm:spPr/>
    </dgm:pt>
    <dgm:pt modelId="{6F1C59F2-AA63-44CB-9751-115BFBAFA93A}" type="pres">
      <dgm:prSet presAssocID="{76CDCD65-2143-4E40-A3EC-CE5BC6A2146D}" presName="horz1" presStyleCnt="0"/>
      <dgm:spPr/>
    </dgm:pt>
    <dgm:pt modelId="{E7598CA8-2621-4B72-B4F1-0C3FBAD1942C}" type="pres">
      <dgm:prSet presAssocID="{76CDCD65-2143-4E40-A3EC-CE5BC6A2146D}" presName="tx1" presStyleLbl="revTx" presStyleIdx="7" presStyleCnt="9"/>
      <dgm:spPr/>
    </dgm:pt>
    <dgm:pt modelId="{4ADECD2B-C035-447E-B1B3-CB3DC6FBF0E3}" type="pres">
      <dgm:prSet presAssocID="{76CDCD65-2143-4E40-A3EC-CE5BC6A2146D}" presName="vert1" presStyleCnt="0"/>
      <dgm:spPr/>
    </dgm:pt>
    <dgm:pt modelId="{B332D6C5-E216-4ECB-84B4-4B60EED32C6D}" type="pres">
      <dgm:prSet presAssocID="{040B44A2-DC43-451C-AE5E-CD5BB9A64F88}" presName="thickLine" presStyleLbl="alignNode1" presStyleIdx="8" presStyleCnt="9"/>
      <dgm:spPr/>
    </dgm:pt>
    <dgm:pt modelId="{B45F9AB0-9231-4D41-8E52-F22A783FBA26}" type="pres">
      <dgm:prSet presAssocID="{040B44A2-DC43-451C-AE5E-CD5BB9A64F88}" presName="horz1" presStyleCnt="0"/>
      <dgm:spPr/>
    </dgm:pt>
    <dgm:pt modelId="{CF0AB125-7A7B-4A74-9ACB-ABFA070D6E4A}" type="pres">
      <dgm:prSet presAssocID="{040B44A2-DC43-451C-AE5E-CD5BB9A64F88}" presName="tx1" presStyleLbl="revTx" presStyleIdx="8" presStyleCnt="9"/>
      <dgm:spPr/>
    </dgm:pt>
    <dgm:pt modelId="{B4DF66E8-61B6-4DB7-A654-D63944EF6952}" type="pres">
      <dgm:prSet presAssocID="{040B44A2-DC43-451C-AE5E-CD5BB9A64F88}" presName="vert1" presStyleCnt="0"/>
      <dgm:spPr/>
    </dgm:pt>
  </dgm:ptLst>
  <dgm:cxnLst>
    <dgm:cxn modelId="{D3B25508-0754-4CEA-B6AF-CBB4636DD8FA}" srcId="{7F58D683-AE61-4B62-AE3C-E9EA7FB0F0ED}" destId="{38709D8C-688B-40E8-BDBC-672366E56E18}" srcOrd="2" destOrd="0" parTransId="{35A0EC67-90D3-454A-9CD0-A1145E7FBE00}" sibTransId="{CEC4F66E-F039-417E-AD11-9033E9865BB3}"/>
    <dgm:cxn modelId="{12B0C80E-56D9-4B8B-A6AC-E31D25BD23AB}" type="presOf" srcId="{870A5BF1-A133-445E-BE31-2C6891EB0FD1}" destId="{345A3268-3B51-4006-BA0C-36120EDBE2D2}" srcOrd="0" destOrd="0" presId="urn:microsoft.com/office/officeart/2008/layout/LinedList"/>
    <dgm:cxn modelId="{0D01271B-BB99-4733-8BCE-5D3CF3E8D5B5}" srcId="{7F58D683-AE61-4B62-AE3C-E9EA7FB0F0ED}" destId="{A7E6F1CB-0924-441A-9990-1E309A0479CD}" srcOrd="4" destOrd="0" parTransId="{5A6D0308-FEEC-4F02-868F-325A672ECA7B}" sibTransId="{B90A6D59-F93E-4806-839F-35EE765C09A9}"/>
    <dgm:cxn modelId="{70693A29-BD8D-4AEF-B52A-ED0888AC861E}" srcId="{7F58D683-AE61-4B62-AE3C-E9EA7FB0F0ED}" destId="{870A5BF1-A133-445E-BE31-2C6891EB0FD1}" srcOrd="5" destOrd="0" parTransId="{7BC90B8F-DA89-4BD6-A731-EE8908CE9EE5}" sibTransId="{7D2E3E45-4AF8-426D-A96F-2FE1155931EA}"/>
    <dgm:cxn modelId="{167AEA33-5A0E-42F6-8B10-C05A387DE365}" type="presOf" srcId="{1F9EDC79-A111-427D-BEEA-672DB9C36FC1}" destId="{A6A1BDD0-AA60-4208-9E1B-1230F6F3E2BE}" srcOrd="0" destOrd="0" presId="urn:microsoft.com/office/officeart/2008/layout/LinedList"/>
    <dgm:cxn modelId="{DFD08E37-F77F-452E-A503-57BBC7E179F7}" type="presOf" srcId="{BBE13E47-3A38-445E-9758-B00626EAD975}" destId="{20547A2E-35ED-40D2-922A-28246AA8B14D}" srcOrd="0" destOrd="0" presId="urn:microsoft.com/office/officeart/2008/layout/LinedList"/>
    <dgm:cxn modelId="{2CACDE3B-DA3F-4605-941C-C84DBFA28904}" srcId="{7F58D683-AE61-4B62-AE3C-E9EA7FB0F0ED}" destId="{11898EFB-14F9-4FF7-941A-24C3AAD2DB79}" srcOrd="6" destOrd="0" parTransId="{5D5BF75D-C4E1-4B32-8F0B-1DA8EEBC9748}" sibTransId="{1132D76A-5ABE-45B3-B18A-FEF8BCD68E3D}"/>
    <dgm:cxn modelId="{10A82D6A-5FC0-4957-AB67-E7D019AD55F8}" type="presOf" srcId="{040B44A2-DC43-451C-AE5E-CD5BB9A64F88}" destId="{CF0AB125-7A7B-4A74-9ACB-ABFA070D6E4A}" srcOrd="0" destOrd="0" presId="urn:microsoft.com/office/officeart/2008/layout/LinedList"/>
    <dgm:cxn modelId="{3E90646D-7641-4E24-9238-F27C95262D4F}" type="presOf" srcId="{A7E6F1CB-0924-441A-9990-1E309A0479CD}" destId="{89B276C0-3E61-48CD-9DA3-8B60E0FA0529}" srcOrd="0" destOrd="0" presId="urn:microsoft.com/office/officeart/2008/layout/LinedList"/>
    <dgm:cxn modelId="{3B1B4574-64C5-4D7C-959A-36C13619B95C}" srcId="{7F58D683-AE61-4B62-AE3C-E9EA7FB0F0ED}" destId="{76CDCD65-2143-4E40-A3EC-CE5BC6A2146D}" srcOrd="7" destOrd="0" parTransId="{1D61D838-BEA0-4266-9C20-928899C8AC67}" sibTransId="{F91977EB-2637-445F-A032-3685EB3CBE56}"/>
    <dgm:cxn modelId="{56700094-EF68-4FDC-8140-5FE5832444E4}" type="presOf" srcId="{38709D8C-688B-40E8-BDBC-672366E56E18}" destId="{6E47403C-A175-4EDD-9DF4-0E5E56E47B11}" srcOrd="0" destOrd="0" presId="urn:microsoft.com/office/officeart/2008/layout/LinedList"/>
    <dgm:cxn modelId="{A5299896-DF17-4587-A2B1-F09DE3D3A6BE}" srcId="{7F58D683-AE61-4B62-AE3C-E9EA7FB0F0ED}" destId="{1F9EDC79-A111-427D-BEEA-672DB9C36FC1}" srcOrd="1" destOrd="0" parTransId="{88EAC838-3137-4CFC-85AB-A650597F2605}" sibTransId="{F4B00E12-FC1A-4812-B9C1-E3F453036842}"/>
    <dgm:cxn modelId="{91BF27A3-1B5F-476A-BE6E-99255557047B}" type="presOf" srcId="{76CDCD65-2143-4E40-A3EC-CE5BC6A2146D}" destId="{E7598CA8-2621-4B72-B4F1-0C3FBAD1942C}" srcOrd="0" destOrd="0" presId="urn:microsoft.com/office/officeart/2008/layout/LinedList"/>
    <dgm:cxn modelId="{C1CEB1A9-D327-484E-97BC-C7D82C386F38}" srcId="{7F58D683-AE61-4B62-AE3C-E9EA7FB0F0ED}" destId="{BBE13E47-3A38-445E-9758-B00626EAD975}" srcOrd="3" destOrd="0" parTransId="{A3C902F6-6A4E-4379-88AD-AAC2F9B6DBEA}" sibTransId="{4A9906AC-9D50-4C82-81EC-28E95A3AA44C}"/>
    <dgm:cxn modelId="{12FCADBB-CD91-49BB-AAC3-4267618454AE}" srcId="{7F58D683-AE61-4B62-AE3C-E9EA7FB0F0ED}" destId="{7CE6F9C5-97F9-487E-8355-1D9804195A3D}" srcOrd="0" destOrd="0" parTransId="{8DABCB70-E396-408C-A7C6-E50CA3E70557}" sibTransId="{A9C14E7F-F88D-45DA-A315-897C0F43CEC7}"/>
    <dgm:cxn modelId="{F7EEFFE3-B4AA-45FD-8094-542B421E0F7A}" type="presOf" srcId="{11898EFB-14F9-4FF7-941A-24C3AAD2DB79}" destId="{EE8AC5FC-C982-48CD-9FC2-94636AD5DA7A}" srcOrd="0" destOrd="0" presId="urn:microsoft.com/office/officeart/2008/layout/LinedList"/>
    <dgm:cxn modelId="{4265C8E5-0D6C-4C95-AF00-0F9A6C02561A}" srcId="{7F58D683-AE61-4B62-AE3C-E9EA7FB0F0ED}" destId="{040B44A2-DC43-451C-AE5E-CD5BB9A64F88}" srcOrd="8" destOrd="0" parTransId="{C5115095-26E2-47F0-8B8A-9FB5A1CC0F90}" sibTransId="{84DB0924-5B65-4A81-95AF-68A7F6CC6999}"/>
    <dgm:cxn modelId="{D4150CEF-0E9F-4A42-94DD-6490E3FBF6BD}" type="presOf" srcId="{7F58D683-AE61-4B62-AE3C-E9EA7FB0F0ED}" destId="{2C5A6358-75CE-48BC-AE14-7045EED36CD5}" srcOrd="0" destOrd="0" presId="urn:microsoft.com/office/officeart/2008/layout/LinedList"/>
    <dgm:cxn modelId="{DEDD06FE-C637-47F8-8FC9-2A27CECAFF1E}" type="presOf" srcId="{7CE6F9C5-97F9-487E-8355-1D9804195A3D}" destId="{CF934ED7-E30A-41D6-AA21-D6F1C722531D}" srcOrd="0" destOrd="0" presId="urn:microsoft.com/office/officeart/2008/layout/LinedList"/>
    <dgm:cxn modelId="{2B86144F-66A8-4A94-AC8A-5B87CC90ED01}" type="presParOf" srcId="{2C5A6358-75CE-48BC-AE14-7045EED36CD5}" destId="{D09238A8-D989-4004-A67B-BD5C67112E42}" srcOrd="0" destOrd="0" presId="urn:microsoft.com/office/officeart/2008/layout/LinedList"/>
    <dgm:cxn modelId="{0B82DF6B-3747-47D3-887E-03DA17B23D03}" type="presParOf" srcId="{2C5A6358-75CE-48BC-AE14-7045EED36CD5}" destId="{7663C5A6-C5AB-4054-8E56-91E1B72204BA}" srcOrd="1" destOrd="0" presId="urn:microsoft.com/office/officeart/2008/layout/LinedList"/>
    <dgm:cxn modelId="{1BF2F674-67EC-43A7-837B-1E40BA88B478}" type="presParOf" srcId="{7663C5A6-C5AB-4054-8E56-91E1B72204BA}" destId="{CF934ED7-E30A-41D6-AA21-D6F1C722531D}" srcOrd="0" destOrd="0" presId="urn:microsoft.com/office/officeart/2008/layout/LinedList"/>
    <dgm:cxn modelId="{3B4BFAF8-B65A-4F22-B2BD-9ACCB6FF2A89}" type="presParOf" srcId="{7663C5A6-C5AB-4054-8E56-91E1B72204BA}" destId="{E0D75684-D522-4DA2-BD9B-DEA44529DF2B}" srcOrd="1" destOrd="0" presId="urn:microsoft.com/office/officeart/2008/layout/LinedList"/>
    <dgm:cxn modelId="{CE86BED0-72E0-458A-B49D-EB7B585F7C73}" type="presParOf" srcId="{2C5A6358-75CE-48BC-AE14-7045EED36CD5}" destId="{B1E1AFA6-E14C-4CFE-B800-B08B59F30AE4}" srcOrd="2" destOrd="0" presId="urn:microsoft.com/office/officeart/2008/layout/LinedList"/>
    <dgm:cxn modelId="{EDA196F6-A2BA-4023-8AD2-68F6B71B85E8}" type="presParOf" srcId="{2C5A6358-75CE-48BC-AE14-7045EED36CD5}" destId="{6EFCAD1E-5E1C-440E-81FC-60F1CBB58DE4}" srcOrd="3" destOrd="0" presId="urn:microsoft.com/office/officeart/2008/layout/LinedList"/>
    <dgm:cxn modelId="{40F3FD30-C48F-4E0D-B120-E7095224B859}" type="presParOf" srcId="{6EFCAD1E-5E1C-440E-81FC-60F1CBB58DE4}" destId="{A6A1BDD0-AA60-4208-9E1B-1230F6F3E2BE}" srcOrd="0" destOrd="0" presId="urn:microsoft.com/office/officeart/2008/layout/LinedList"/>
    <dgm:cxn modelId="{37535A0F-0171-41A2-8C17-9F6D3579ADA1}" type="presParOf" srcId="{6EFCAD1E-5E1C-440E-81FC-60F1CBB58DE4}" destId="{CD9998AD-801F-41F9-9203-147B1C9A5DDE}" srcOrd="1" destOrd="0" presId="urn:microsoft.com/office/officeart/2008/layout/LinedList"/>
    <dgm:cxn modelId="{8B5363FD-F9EF-45A2-BED4-F83A5750178F}" type="presParOf" srcId="{2C5A6358-75CE-48BC-AE14-7045EED36CD5}" destId="{AD29E380-701A-4EAB-AC18-486CF6834F01}" srcOrd="4" destOrd="0" presId="urn:microsoft.com/office/officeart/2008/layout/LinedList"/>
    <dgm:cxn modelId="{D5D4C410-2DC4-4E2A-8699-0F22EDDD59CA}" type="presParOf" srcId="{2C5A6358-75CE-48BC-AE14-7045EED36CD5}" destId="{CECA6111-8550-4EBA-9DC2-9EF150F59D89}" srcOrd="5" destOrd="0" presId="urn:microsoft.com/office/officeart/2008/layout/LinedList"/>
    <dgm:cxn modelId="{E8BFB21D-7917-4D8D-9106-B0CFCB05776F}" type="presParOf" srcId="{CECA6111-8550-4EBA-9DC2-9EF150F59D89}" destId="{6E47403C-A175-4EDD-9DF4-0E5E56E47B11}" srcOrd="0" destOrd="0" presId="urn:microsoft.com/office/officeart/2008/layout/LinedList"/>
    <dgm:cxn modelId="{304A0561-14F2-45AB-9D02-EDDA401F88BC}" type="presParOf" srcId="{CECA6111-8550-4EBA-9DC2-9EF150F59D89}" destId="{32B3BBFF-0C39-4D48-A420-C988F887F1A5}" srcOrd="1" destOrd="0" presId="urn:microsoft.com/office/officeart/2008/layout/LinedList"/>
    <dgm:cxn modelId="{69E56E71-18A5-4BDE-8D12-5ED07D464D6E}" type="presParOf" srcId="{2C5A6358-75CE-48BC-AE14-7045EED36CD5}" destId="{4A349031-4928-4D89-9572-19B43A446E79}" srcOrd="6" destOrd="0" presId="urn:microsoft.com/office/officeart/2008/layout/LinedList"/>
    <dgm:cxn modelId="{1082E0EF-10C2-4174-ABE7-495F6DE6B5CD}" type="presParOf" srcId="{2C5A6358-75CE-48BC-AE14-7045EED36CD5}" destId="{04CEC744-2381-4ED4-898F-687BA869C333}" srcOrd="7" destOrd="0" presId="urn:microsoft.com/office/officeart/2008/layout/LinedList"/>
    <dgm:cxn modelId="{0C54BA89-8E53-4F1D-9BBC-BDE864BBA681}" type="presParOf" srcId="{04CEC744-2381-4ED4-898F-687BA869C333}" destId="{20547A2E-35ED-40D2-922A-28246AA8B14D}" srcOrd="0" destOrd="0" presId="urn:microsoft.com/office/officeart/2008/layout/LinedList"/>
    <dgm:cxn modelId="{40757036-0382-4999-8BCD-3040534D309D}" type="presParOf" srcId="{04CEC744-2381-4ED4-898F-687BA869C333}" destId="{CF0142CF-C9E7-4412-B87C-173B19EC632B}" srcOrd="1" destOrd="0" presId="urn:microsoft.com/office/officeart/2008/layout/LinedList"/>
    <dgm:cxn modelId="{48C582C2-98A1-47DF-A4A3-E2C54F504B28}" type="presParOf" srcId="{2C5A6358-75CE-48BC-AE14-7045EED36CD5}" destId="{535DE501-FBFB-4FE2-99A3-A2530E743BF9}" srcOrd="8" destOrd="0" presId="urn:microsoft.com/office/officeart/2008/layout/LinedList"/>
    <dgm:cxn modelId="{67C5E4F3-5C04-4BE9-BE3E-B1AFC48D5861}" type="presParOf" srcId="{2C5A6358-75CE-48BC-AE14-7045EED36CD5}" destId="{D2C3C56E-310E-4EDF-9D49-64EE5FE9D04D}" srcOrd="9" destOrd="0" presId="urn:microsoft.com/office/officeart/2008/layout/LinedList"/>
    <dgm:cxn modelId="{B3554AE2-DA03-4635-BF25-B87635EBCEC3}" type="presParOf" srcId="{D2C3C56E-310E-4EDF-9D49-64EE5FE9D04D}" destId="{89B276C0-3E61-48CD-9DA3-8B60E0FA0529}" srcOrd="0" destOrd="0" presId="urn:microsoft.com/office/officeart/2008/layout/LinedList"/>
    <dgm:cxn modelId="{F843719B-6977-4D3C-B136-EE7EB7FE3960}" type="presParOf" srcId="{D2C3C56E-310E-4EDF-9D49-64EE5FE9D04D}" destId="{4424D3B2-9C0A-4FF3-9A44-D0C8E7018A12}" srcOrd="1" destOrd="0" presId="urn:microsoft.com/office/officeart/2008/layout/LinedList"/>
    <dgm:cxn modelId="{920CF272-631B-48F9-8A41-32E66C1367BE}" type="presParOf" srcId="{2C5A6358-75CE-48BC-AE14-7045EED36CD5}" destId="{71E60CA6-773D-45B0-8840-B90397B04DFE}" srcOrd="10" destOrd="0" presId="urn:microsoft.com/office/officeart/2008/layout/LinedList"/>
    <dgm:cxn modelId="{226D2ED8-8C0E-498C-8D49-084DE6CC1AA9}" type="presParOf" srcId="{2C5A6358-75CE-48BC-AE14-7045EED36CD5}" destId="{CEDA031B-058D-46D4-A9CA-05E4AE527B83}" srcOrd="11" destOrd="0" presId="urn:microsoft.com/office/officeart/2008/layout/LinedList"/>
    <dgm:cxn modelId="{19DCEA34-5798-4C7F-AE2B-E824399CF046}" type="presParOf" srcId="{CEDA031B-058D-46D4-A9CA-05E4AE527B83}" destId="{345A3268-3B51-4006-BA0C-36120EDBE2D2}" srcOrd="0" destOrd="0" presId="urn:microsoft.com/office/officeart/2008/layout/LinedList"/>
    <dgm:cxn modelId="{196DBDCC-854E-42A1-AD1E-8435D41FFB02}" type="presParOf" srcId="{CEDA031B-058D-46D4-A9CA-05E4AE527B83}" destId="{805287D3-7327-49F4-82B0-81EA46D9065E}" srcOrd="1" destOrd="0" presId="urn:microsoft.com/office/officeart/2008/layout/LinedList"/>
    <dgm:cxn modelId="{8C7F7757-8056-44BA-AB62-A35A8410D428}" type="presParOf" srcId="{2C5A6358-75CE-48BC-AE14-7045EED36CD5}" destId="{8DEB9F3A-CA2E-4139-97AB-921A4B9DD7C4}" srcOrd="12" destOrd="0" presId="urn:microsoft.com/office/officeart/2008/layout/LinedList"/>
    <dgm:cxn modelId="{A2EA39B0-94F4-44A6-AD61-236F1EF96D5D}" type="presParOf" srcId="{2C5A6358-75CE-48BC-AE14-7045EED36CD5}" destId="{DDC46DDB-3724-47C1-8580-CDC70E721C18}" srcOrd="13" destOrd="0" presId="urn:microsoft.com/office/officeart/2008/layout/LinedList"/>
    <dgm:cxn modelId="{71C96B31-B03E-493B-B2CE-2B75B0BA6FE7}" type="presParOf" srcId="{DDC46DDB-3724-47C1-8580-CDC70E721C18}" destId="{EE8AC5FC-C982-48CD-9FC2-94636AD5DA7A}" srcOrd="0" destOrd="0" presId="urn:microsoft.com/office/officeart/2008/layout/LinedList"/>
    <dgm:cxn modelId="{525F5E30-2750-46B4-8EE2-D7A2E2A5A85C}" type="presParOf" srcId="{DDC46DDB-3724-47C1-8580-CDC70E721C18}" destId="{4A7A7359-6FD1-4F1A-9C27-A48836C271D3}" srcOrd="1" destOrd="0" presId="urn:microsoft.com/office/officeart/2008/layout/LinedList"/>
    <dgm:cxn modelId="{66DBE78F-72EC-4D0E-8ED1-078996EB3EF6}" type="presParOf" srcId="{2C5A6358-75CE-48BC-AE14-7045EED36CD5}" destId="{F836B1C8-D6CA-45A9-A59F-F7075986836C}" srcOrd="14" destOrd="0" presId="urn:microsoft.com/office/officeart/2008/layout/LinedList"/>
    <dgm:cxn modelId="{C4469C64-9E96-41CB-86DC-A1FE8A09735C}" type="presParOf" srcId="{2C5A6358-75CE-48BC-AE14-7045EED36CD5}" destId="{6F1C59F2-AA63-44CB-9751-115BFBAFA93A}" srcOrd="15" destOrd="0" presId="urn:microsoft.com/office/officeart/2008/layout/LinedList"/>
    <dgm:cxn modelId="{8706B96B-8611-4488-A257-9AE0D8E76643}" type="presParOf" srcId="{6F1C59F2-AA63-44CB-9751-115BFBAFA93A}" destId="{E7598CA8-2621-4B72-B4F1-0C3FBAD1942C}" srcOrd="0" destOrd="0" presId="urn:microsoft.com/office/officeart/2008/layout/LinedList"/>
    <dgm:cxn modelId="{129100F0-5FD1-4671-A6A3-45A751BCFCCD}" type="presParOf" srcId="{6F1C59F2-AA63-44CB-9751-115BFBAFA93A}" destId="{4ADECD2B-C035-447E-B1B3-CB3DC6FBF0E3}" srcOrd="1" destOrd="0" presId="urn:microsoft.com/office/officeart/2008/layout/LinedList"/>
    <dgm:cxn modelId="{F32A6125-31F9-4356-83A1-066A296E5535}" type="presParOf" srcId="{2C5A6358-75CE-48BC-AE14-7045EED36CD5}" destId="{B332D6C5-E216-4ECB-84B4-4B60EED32C6D}" srcOrd="16" destOrd="0" presId="urn:microsoft.com/office/officeart/2008/layout/LinedList"/>
    <dgm:cxn modelId="{CB7F4867-F2B5-40A9-A087-CB7F9D42E397}" type="presParOf" srcId="{2C5A6358-75CE-48BC-AE14-7045EED36CD5}" destId="{B45F9AB0-9231-4D41-8E52-F22A783FBA26}" srcOrd="17" destOrd="0" presId="urn:microsoft.com/office/officeart/2008/layout/LinedList"/>
    <dgm:cxn modelId="{0A2657EC-B6B2-4067-B42A-BE2AA8294672}" type="presParOf" srcId="{B45F9AB0-9231-4D41-8E52-F22A783FBA26}" destId="{CF0AB125-7A7B-4A74-9ACB-ABFA070D6E4A}" srcOrd="0" destOrd="0" presId="urn:microsoft.com/office/officeart/2008/layout/LinedList"/>
    <dgm:cxn modelId="{336925F3-7E35-4D80-90B2-4464D16AF691}" type="presParOf" srcId="{B45F9AB0-9231-4D41-8E52-F22A783FBA26}" destId="{B4DF66E8-61B6-4DB7-A654-D63944EF6952}"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02FD3534-4632-4535-95C9-7C53CD1D8A78}" type="doc">
      <dgm:prSet loTypeId="urn:microsoft.com/office/officeart/2005/8/layout/process1" loCatId="process" qsTypeId="urn:microsoft.com/office/officeart/2005/8/quickstyle/simple1#1" qsCatId="simple" csTypeId="urn:microsoft.com/office/officeart/2005/8/colors/accent1_2#1" csCatId="accent1" phldr="1"/>
      <dgm:spPr/>
      <dgm:t>
        <a:bodyPr/>
        <a:lstStyle/>
        <a:p>
          <a:endParaRPr lang="en-US"/>
        </a:p>
      </dgm:t>
    </dgm:pt>
    <dgm:pt modelId="{D8E3C409-DD12-4C8A-BF52-1A238B7202EB}">
      <dgm:prSet phldrT="[Text]" phldr="0"/>
      <dgm:spPr/>
      <dgm:t>
        <a:bodyPr/>
        <a:lstStyle/>
        <a:p>
          <a:r>
            <a:rPr lang="en-US" dirty="0"/>
            <a:t>Analysis (Mary)</a:t>
          </a:r>
        </a:p>
      </dgm:t>
    </dgm:pt>
    <dgm:pt modelId="{85AB87F2-424F-4A57-A9DD-12BA3A633AA7}" type="parTrans" cxnId="{E4664ECF-4147-4948-93BE-2F9B4527EBA1}">
      <dgm:prSet/>
      <dgm:spPr/>
      <dgm:t>
        <a:bodyPr/>
        <a:lstStyle/>
        <a:p>
          <a:endParaRPr lang="en-US"/>
        </a:p>
      </dgm:t>
    </dgm:pt>
    <dgm:pt modelId="{02784286-A3A3-4A3F-B65E-E5C837DA1A9C}" type="sibTrans" cxnId="{E4664ECF-4147-4948-93BE-2F9B4527EBA1}">
      <dgm:prSet/>
      <dgm:spPr/>
      <dgm:t>
        <a:bodyPr/>
        <a:lstStyle/>
        <a:p>
          <a:endParaRPr lang="en-US"/>
        </a:p>
      </dgm:t>
    </dgm:pt>
    <dgm:pt modelId="{C0BF7079-59E1-42E4-AD47-DAA491DE5A1E}">
      <dgm:prSet phldrT="[Text]" phldr="0"/>
      <dgm:spPr/>
      <dgm:t>
        <a:bodyPr/>
        <a:lstStyle/>
        <a:p>
          <a:r>
            <a:rPr lang="en-US" dirty="0"/>
            <a:t>Planning</a:t>
          </a:r>
        </a:p>
      </dgm:t>
    </dgm:pt>
    <dgm:pt modelId="{BA2F3E6E-E071-4087-8088-BB9ADDB0F9BC}" type="parTrans" cxnId="{F238D2DF-8B4D-49AB-A86B-CD7489530DAB}">
      <dgm:prSet/>
      <dgm:spPr/>
      <dgm:t>
        <a:bodyPr/>
        <a:lstStyle/>
        <a:p>
          <a:endParaRPr lang="en-US"/>
        </a:p>
      </dgm:t>
    </dgm:pt>
    <dgm:pt modelId="{FAE09106-00F3-4B95-B10B-2D35102BCA1D}" type="sibTrans" cxnId="{F238D2DF-8B4D-49AB-A86B-CD7489530DAB}">
      <dgm:prSet/>
      <dgm:spPr/>
      <dgm:t>
        <a:bodyPr/>
        <a:lstStyle/>
        <a:p>
          <a:endParaRPr lang="en-US"/>
        </a:p>
      </dgm:t>
    </dgm:pt>
    <dgm:pt modelId="{333C6D42-2166-4836-BED8-DAEA8C887025}">
      <dgm:prSet phldrT="[Text]" phldr="0"/>
      <dgm:spPr/>
      <dgm:t>
        <a:bodyPr/>
        <a:lstStyle/>
        <a:p>
          <a:r>
            <a:rPr lang="en-US" dirty="0"/>
            <a:t>Solutioning</a:t>
          </a:r>
        </a:p>
      </dgm:t>
    </dgm:pt>
    <dgm:pt modelId="{8680222E-E072-49F7-A2D3-B02C090374CD}" type="parTrans" cxnId="{0A89D93E-549A-4D24-AC4F-E9C67AD829EA}">
      <dgm:prSet/>
      <dgm:spPr/>
      <dgm:t>
        <a:bodyPr/>
        <a:lstStyle/>
        <a:p>
          <a:endParaRPr lang="en-US"/>
        </a:p>
      </dgm:t>
    </dgm:pt>
    <dgm:pt modelId="{476F811A-981A-4866-A344-074C6C227962}" type="sibTrans" cxnId="{0A89D93E-549A-4D24-AC4F-E9C67AD829EA}">
      <dgm:prSet/>
      <dgm:spPr/>
      <dgm:t>
        <a:bodyPr/>
        <a:lstStyle/>
        <a:p>
          <a:endParaRPr lang="en-US"/>
        </a:p>
      </dgm:t>
    </dgm:pt>
    <dgm:pt modelId="{E49971B5-4591-43B0-9C42-0659201DF81D}">
      <dgm:prSet phldrT="[Text]" phldr="0"/>
      <dgm:spPr/>
      <dgm:t>
        <a:bodyPr/>
        <a:lstStyle/>
        <a:p>
          <a:r>
            <a:rPr lang="en-US" dirty="0"/>
            <a:t>Implementation</a:t>
          </a:r>
        </a:p>
      </dgm:t>
    </dgm:pt>
    <dgm:pt modelId="{B299910F-5CA3-47B6-8844-1222A84B99B3}" type="parTrans" cxnId="{004E044E-04B5-4523-A5C3-632298DE899E}">
      <dgm:prSet/>
      <dgm:spPr/>
      <dgm:t>
        <a:bodyPr/>
        <a:lstStyle/>
        <a:p>
          <a:endParaRPr lang="en-US"/>
        </a:p>
      </dgm:t>
    </dgm:pt>
    <dgm:pt modelId="{C8020D5B-923C-47D9-B826-5D20ACB5F036}" type="sibTrans" cxnId="{004E044E-04B5-4523-A5C3-632298DE899E}">
      <dgm:prSet/>
      <dgm:spPr/>
      <dgm:t>
        <a:bodyPr/>
        <a:lstStyle/>
        <a:p>
          <a:endParaRPr lang="en-US"/>
        </a:p>
      </dgm:t>
    </dgm:pt>
    <dgm:pt modelId="{E243BFAA-26D5-4516-B3C8-29E21415E5E4}">
      <dgm:prSet phldrT="[Text]" phldr="0"/>
      <dgm:spPr/>
      <dgm:t>
        <a:bodyPr/>
        <a:lstStyle/>
        <a:p>
          <a:r>
            <a:rPr lang="en-US" dirty="0"/>
            <a:t>Brainstorm</a:t>
          </a:r>
        </a:p>
      </dgm:t>
    </dgm:pt>
    <dgm:pt modelId="{47C7722C-4ECA-4FAA-92EB-89A0CAF55864}" type="parTrans" cxnId="{4032E8B6-D96C-4E46-B640-6E11D56E7573}">
      <dgm:prSet/>
      <dgm:spPr/>
      <dgm:t>
        <a:bodyPr/>
        <a:lstStyle/>
        <a:p>
          <a:endParaRPr lang="en-US"/>
        </a:p>
      </dgm:t>
    </dgm:pt>
    <dgm:pt modelId="{E0C9321E-074D-4D33-99E8-07736B4E8C38}" type="sibTrans" cxnId="{4032E8B6-D96C-4E46-B640-6E11D56E7573}">
      <dgm:prSet/>
      <dgm:spPr/>
      <dgm:t>
        <a:bodyPr/>
        <a:lstStyle/>
        <a:p>
          <a:endParaRPr lang="en-US"/>
        </a:p>
      </dgm:t>
    </dgm:pt>
    <dgm:pt modelId="{C417847D-BF27-4380-B5DA-D44644208D53}">
      <dgm:prSet phldrT="[Text]" phldr="0"/>
      <dgm:spPr/>
      <dgm:t>
        <a:bodyPr/>
        <a:lstStyle/>
        <a:p>
          <a:r>
            <a:rPr lang="en-US" dirty="0"/>
            <a:t>Research</a:t>
          </a:r>
        </a:p>
      </dgm:t>
    </dgm:pt>
    <dgm:pt modelId="{FA630E39-1621-43B8-9233-21F74C20A101}" type="parTrans" cxnId="{25F1DCF9-1107-408C-8E1C-7503096503F4}">
      <dgm:prSet/>
      <dgm:spPr/>
      <dgm:t>
        <a:bodyPr/>
        <a:lstStyle/>
        <a:p>
          <a:endParaRPr lang="en-US"/>
        </a:p>
      </dgm:t>
    </dgm:pt>
    <dgm:pt modelId="{D3C9544B-0658-4B55-B034-09872A81C5FD}" type="sibTrans" cxnId="{25F1DCF9-1107-408C-8E1C-7503096503F4}">
      <dgm:prSet/>
      <dgm:spPr/>
      <dgm:t>
        <a:bodyPr/>
        <a:lstStyle/>
        <a:p>
          <a:endParaRPr lang="en-US"/>
        </a:p>
      </dgm:t>
    </dgm:pt>
    <dgm:pt modelId="{D5549380-555D-48A8-9EDF-C0F198DB4936}">
      <dgm:prSet phldrT="[Text]" phldr="0"/>
      <dgm:spPr/>
      <dgm:t>
        <a:bodyPr/>
        <a:lstStyle/>
        <a:p>
          <a:r>
            <a:rPr lang="en-US" dirty="0"/>
            <a:t>Product Brief</a:t>
          </a:r>
        </a:p>
      </dgm:t>
    </dgm:pt>
    <dgm:pt modelId="{FAF38FF3-FF24-4E6B-A2AA-8A7A906C570B}" type="parTrans" cxnId="{1FA7A024-7292-4C29-9ACA-579C672F41EE}">
      <dgm:prSet/>
      <dgm:spPr/>
      <dgm:t>
        <a:bodyPr/>
        <a:lstStyle/>
        <a:p>
          <a:endParaRPr lang="en-US"/>
        </a:p>
      </dgm:t>
    </dgm:pt>
    <dgm:pt modelId="{B368258F-AB36-4441-BFA9-752C6A41169D}" type="sibTrans" cxnId="{1FA7A024-7292-4C29-9ACA-579C672F41EE}">
      <dgm:prSet/>
      <dgm:spPr/>
      <dgm:t>
        <a:bodyPr/>
        <a:lstStyle/>
        <a:p>
          <a:endParaRPr lang="en-US"/>
        </a:p>
      </dgm:t>
    </dgm:pt>
    <dgm:pt modelId="{1E989494-98E9-4F2F-8663-82B4945A4ACD}">
      <dgm:prSet phldrT="[Text]" phldr="0"/>
      <dgm:spPr/>
      <dgm:t>
        <a:bodyPr/>
        <a:lstStyle/>
        <a:p>
          <a:r>
            <a:rPr lang="en-US" dirty="0"/>
            <a:t>PRD (John)</a:t>
          </a:r>
        </a:p>
      </dgm:t>
    </dgm:pt>
    <dgm:pt modelId="{14146E83-EC9B-4826-B313-C288FD59D767}" type="parTrans" cxnId="{04D43B4D-9C35-438F-AF32-3D88AA27257D}">
      <dgm:prSet/>
      <dgm:spPr/>
      <dgm:t>
        <a:bodyPr/>
        <a:lstStyle/>
        <a:p>
          <a:endParaRPr lang="en-US"/>
        </a:p>
      </dgm:t>
    </dgm:pt>
    <dgm:pt modelId="{BB5DE103-4060-496C-89F6-E47BEB58FE50}" type="sibTrans" cxnId="{04D43B4D-9C35-438F-AF32-3D88AA27257D}">
      <dgm:prSet/>
      <dgm:spPr/>
      <dgm:t>
        <a:bodyPr/>
        <a:lstStyle/>
        <a:p>
          <a:endParaRPr lang="en-US"/>
        </a:p>
      </dgm:t>
    </dgm:pt>
    <dgm:pt modelId="{91BB7CC5-4BE3-4E34-806B-2D77C091B666}">
      <dgm:prSet phldrT="[Text]" phldr="0"/>
      <dgm:spPr/>
      <dgm:t>
        <a:bodyPr/>
        <a:lstStyle/>
        <a:p>
          <a:r>
            <a:rPr lang="en-US" dirty="0"/>
            <a:t>UX Design (Sally)</a:t>
          </a:r>
        </a:p>
      </dgm:t>
    </dgm:pt>
    <dgm:pt modelId="{87ECB4AD-8BC2-4321-A255-6FCA254A5BCA}" type="parTrans" cxnId="{914279E4-9D87-49C6-9805-26C7E8268032}">
      <dgm:prSet/>
      <dgm:spPr/>
      <dgm:t>
        <a:bodyPr/>
        <a:lstStyle/>
        <a:p>
          <a:endParaRPr lang="en-US"/>
        </a:p>
      </dgm:t>
    </dgm:pt>
    <dgm:pt modelId="{11526BF1-307A-4478-B273-FB64617B4F1D}" type="sibTrans" cxnId="{914279E4-9D87-49C6-9805-26C7E8268032}">
      <dgm:prSet/>
      <dgm:spPr/>
      <dgm:t>
        <a:bodyPr/>
        <a:lstStyle/>
        <a:p>
          <a:endParaRPr lang="en-US"/>
        </a:p>
      </dgm:t>
    </dgm:pt>
    <dgm:pt modelId="{1FCFAC42-548D-43D7-AC17-31334F57837E}">
      <dgm:prSet phldrT="[Text]" phldr="0"/>
      <dgm:spPr/>
      <dgm:t>
        <a:bodyPr/>
        <a:lstStyle/>
        <a:p>
          <a:r>
            <a:rPr lang="en-US" dirty="0"/>
            <a:t>Architecture (Winston)</a:t>
          </a:r>
        </a:p>
      </dgm:t>
    </dgm:pt>
    <dgm:pt modelId="{CAC004BF-1F09-4019-ACE5-67997629A4AF}" type="parTrans" cxnId="{D1B434FC-71AA-4A23-B4C8-2A01297F1A59}">
      <dgm:prSet/>
      <dgm:spPr/>
      <dgm:t>
        <a:bodyPr/>
        <a:lstStyle/>
        <a:p>
          <a:endParaRPr lang="en-US"/>
        </a:p>
      </dgm:t>
    </dgm:pt>
    <dgm:pt modelId="{AE82C1D8-F0C3-4FF8-A45D-7BCD475316F7}" type="sibTrans" cxnId="{D1B434FC-71AA-4A23-B4C8-2A01297F1A59}">
      <dgm:prSet/>
      <dgm:spPr/>
      <dgm:t>
        <a:bodyPr/>
        <a:lstStyle/>
        <a:p>
          <a:endParaRPr lang="en-US"/>
        </a:p>
      </dgm:t>
    </dgm:pt>
    <dgm:pt modelId="{05C8BCF2-A92B-4C59-89EE-92D136EBDB26}">
      <dgm:prSet phldrT="[Text]" phldr="0"/>
      <dgm:spPr/>
      <dgm:t>
        <a:bodyPr/>
        <a:lstStyle/>
        <a:p>
          <a:r>
            <a:rPr lang="en-US" dirty="0"/>
            <a:t>Epics and Stories (John)</a:t>
          </a:r>
        </a:p>
      </dgm:t>
    </dgm:pt>
    <dgm:pt modelId="{FC032BB1-122C-4F8F-B888-402D36C6A4A5}" type="parTrans" cxnId="{0409D699-98AC-4B3F-8B70-9055986EF1D7}">
      <dgm:prSet/>
      <dgm:spPr/>
      <dgm:t>
        <a:bodyPr/>
        <a:lstStyle/>
        <a:p>
          <a:endParaRPr lang="en-US"/>
        </a:p>
      </dgm:t>
    </dgm:pt>
    <dgm:pt modelId="{8353A7AF-6B10-458C-ACF7-6D7727D778B1}" type="sibTrans" cxnId="{0409D699-98AC-4B3F-8B70-9055986EF1D7}">
      <dgm:prSet/>
      <dgm:spPr/>
      <dgm:t>
        <a:bodyPr/>
        <a:lstStyle/>
        <a:p>
          <a:endParaRPr lang="en-US"/>
        </a:p>
      </dgm:t>
    </dgm:pt>
    <dgm:pt modelId="{8EBA8078-F4B6-4B68-8D0F-00D80E2A8744}">
      <dgm:prSet phldrT="[Text]" phldr="0"/>
      <dgm:spPr/>
      <dgm:t>
        <a:bodyPr/>
        <a:lstStyle/>
        <a:p>
          <a:r>
            <a:rPr lang="en-US" dirty="0"/>
            <a:t>Readiness (John)</a:t>
          </a:r>
        </a:p>
      </dgm:t>
    </dgm:pt>
    <dgm:pt modelId="{83476B48-1F26-4918-A111-9DA28E839B37}" type="parTrans" cxnId="{C1729006-3A5B-4724-9ED7-C8B8D416458F}">
      <dgm:prSet/>
      <dgm:spPr/>
      <dgm:t>
        <a:bodyPr/>
        <a:lstStyle/>
        <a:p>
          <a:endParaRPr lang="en-US"/>
        </a:p>
      </dgm:t>
    </dgm:pt>
    <dgm:pt modelId="{24766662-14C5-451E-9D12-7539791EDFA6}" type="sibTrans" cxnId="{C1729006-3A5B-4724-9ED7-C8B8D416458F}">
      <dgm:prSet/>
      <dgm:spPr/>
      <dgm:t>
        <a:bodyPr/>
        <a:lstStyle/>
        <a:p>
          <a:endParaRPr lang="en-US"/>
        </a:p>
      </dgm:t>
    </dgm:pt>
    <dgm:pt modelId="{169B651A-DA3A-4751-A052-A1FF4FEA0D77}">
      <dgm:prSet phldrT="[Text]" phldr="0"/>
      <dgm:spPr/>
      <dgm:t>
        <a:bodyPr/>
        <a:lstStyle/>
        <a:p>
          <a:r>
            <a:rPr lang="en-US" dirty="0"/>
            <a:t>Sprint Planning (Bob)</a:t>
          </a:r>
        </a:p>
      </dgm:t>
    </dgm:pt>
    <dgm:pt modelId="{CC2E21BD-7D89-4DAF-96AB-D4513DF2963E}" type="parTrans" cxnId="{C0E2F4AC-CEF2-4241-A27D-E38F5F01F55A}">
      <dgm:prSet/>
      <dgm:spPr/>
      <dgm:t>
        <a:bodyPr/>
        <a:lstStyle/>
        <a:p>
          <a:endParaRPr lang="en-US"/>
        </a:p>
      </dgm:t>
    </dgm:pt>
    <dgm:pt modelId="{46993488-5851-4DD2-AF59-FF106AAF4BC2}" type="sibTrans" cxnId="{C0E2F4AC-CEF2-4241-A27D-E38F5F01F55A}">
      <dgm:prSet/>
      <dgm:spPr/>
      <dgm:t>
        <a:bodyPr/>
        <a:lstStyle/>
        <a:p>
          <a:endParaRPr lang="en-US"/>
        </a:p>
      </dgm:t>
    </dgm:pt>
    <dgm:pt modelId="{ADF652F4-BC7D-43AE-8BF0-7F5F7FFD0408}">
      <dgm:prSet phldrT="[Text]" phldr="0"/>
      <dgm:spPr/>
      <dgm:t>
        <a:bodyPr/>
        <a:lstStyle/>
        <a:p>
          <a:r>
            <a:rPr lang="en-US" dirty="0">
              <a:solidFill>
                <a:srgbClr val="FFFF00"/>
              </a:solidFill>
            </a:rPr>
            <a:t>Dev Story (Amelia)</a:t>
          </a:r>
        </a:p>
      </dgm:t>
    </dgm:pt>
    <dgm:pt modelId="{6EAB7843-A268-4C06-8CAA-9BC45AC26023}" type="parTrans" cxnId="{4B6A62AD-02D5-475C-A736-0415D776A127}">
      <dgm:prSet/>
      <dgm:spPr/>
      <dgm:t>
        <a:bodyPr/>
        <a:lstStyle/>
        <a:p>
          <a:endParaRPr lang="en-US"/>
        </a:p>
      </dgm:t>
    </dgm:pt>
    <dgm:pt modelId="{D39D6716-4448-4BC9-8798-FA975BA8683F}" type="sibTrans" cxnId="{4B6A62AD-02D5-475C-A736-0415D776A127}">
      <dgm:prSet/>
      <dgm:spPr/>
      <dgm:t>
        <a:bodyPr/>
        <a:lstStyle/>
        <a:p>
          <a:endParaRPr lang="en-US"/>
        </a:p>
      </dgm:t>
    </dgm:pt>
    <dgm:pt modelId="{63843579-A197-4F49-A5BE-8A3971922473}">
      <dgm:prSet phldrT="[Text]" phldr="0"/>
      <dgm:spPr/>
      <dgm:t>
        <a:bodyPr/>
        <a:lstStyle/>
        <a:p>
          <a:r>
            <a:rPr lang="en-US" dirty="0">
              <a:solidFill>
                <a:srgbClr val="FFFF00"/>
              </a:solidFill>
            </a:rPr>
            <a:t>Code Review (Amelia)</a:t>
          </a:r>
        </a:p>
      </dgm:t>
    </dgm:pt>
    <dgm:pt modelId="{B5AA13A8-848B-4992-A52C-76F91532B7BB}" type="parTrans" cxnId="{D8ABE8FA-26B6-4CD6-A8F2-1C7222C12012}">
      <dgm:prSet/>
      <dgm:spPr/>
      <dgm:t>
        <a:bodyPr/>
        <a:lstStyle/>
        <a:p>
          <a:endParaRPr lang="en-US"/>
        </a:p>
      </dgm:t>
    </dgm:pt>
    <dgm:pt modelId="{FC69F05E-166E-4980-B4EF-E2A84D5DF6D9}" type="sibTrans" cxnId="{D8ABE8FA-26B6-4CD6-A8F2-1C7222C12012}">
      <dgm:prSet/>
      <dgm:spPr/>
      <dgm:t>
        <a:bodyPr/>
        <a:lstStyle/>
        <a:p>
          <a:endParaRPr lang="en-US"/>
        </a:p>
      </dgm:t>
    </dgm:pt>
    <dgm:pt modelId="{91CDE7C6-207D-49B3-8015-94D87E80566A}">
      <dgm:prSet phldrT="[Text]" phldr="0"/>
      <dgm:spPr/>
      <dgm:t>
        <a:bodyPr/>
        <a:lstStyle/>
        <a:p>
          <a:r>
            <a:rPr lang="en-US" dirty="0"/>
            <a:t>Correct Course (John)</a:t>
          </a:r>
        </a:p>
      </dgm:t>
    </dgm:pt>
    <dgm:pt modelId="{99292530-8784-42F7-8FD5-0ABA479CE64D}" type="parTrans" cxnId="{60442853-C848-48AF-8228-204E81967BAA}">
      <dgm:prSet/>
      <dgm:spPr/>
      <dgm:t>
        <a:bodyPr/>
        <a:lstStyle/>
        <a:p>
          <a:endParaRPr lang="en-US"/>
        </a:p>
      </dgm:t>
    </dgm:pt>
    <dgm:pt modelId="{D76C6106-D0D0-4B1C-ABF9-3AF6D5420FC2}" type="sibTrans" cxnId="{60442853-C848-48AF-8228-204E81967BAA}">
      <dgm:prSet/>
      <dgm:spPr/>
      <dgm:t>
        <a:bodyPr/>
        <a:lstStyle/>
        <a:p>
          <a:endParaRPr lang="en-US"/>
        </a:p>
      </dgm:t>
    </dgm:pt>
    <dgm:pt modelId="{E02BAB86-5586-4A7B-9215-BA27EB29B950}">
      <dgm:prSet phldrT="[Text]" phldr="0"/>
      <dgm:spPr/>
      <dgm:t>
        <a:bodyPr/>
        <a:lstStyle/>
        <a:p>
          <a:r>
            <a:rPr lang="en-US" dirty="0"/>
            <a:t>Retrospective (Bob)</a:t>
          </a:r>
        </a:p>
      </dgm:t>
    </dgm:pt>
    <dgm:pt modelId="{C867B98B-BB1D-40E1-94B6-6BB87ABDFA8B}" type="parTrans" cxnId="{460E2200-8B1F-4419-B16E-BD55BC740511}">
      <dgm:prSet/>
      <dgm:spPr/>
      <dgm:t>
        <a:bodyPr/>
        <a:lstStyle/>
        <a:p>
          <a:endParaRPr lang="en-US"/>
        </a:p>
      </dgm:t>
    </dgm:pt>
    <dgm:pt modelId="{DAEC1EC9-2FB2-4998-99B3-120060694D27}" type="sibTrans" cxnId="{460E2200-8B1F-4419-B16E-BD55BC740511}">
      <dgm:prSet/>
      <dgm:spPr/>
      <dgm:t>
        <a:bodyPr/>
        <a:lstStyle/>
        <a:p>
          <a:endParaRPr lang="en-US"/>
        </a:p>
      </dgm:t>
    </dgm:pt>
    <dgm:pt modelId="{D9515FBD-C149-4FB4-96DA-C725BA53FBBA}">
      <dgm:prSet phldrT="[Text]" phldr="0"/>
      <dgm:spPr/>
      <dgm:t>
        <a:bodyPr/>
        <a:lstStyle/>
        <a:p>
          <a:r>
            <a:rPr lang="en-US" dirty="0"/>
            <a:t>Create Story (Bob)</a:t>
          </a:r>
        </a:p>
      </dgm:t>
    </dgm:pt>
    <dgm:pt modelId="{5A99C4C6-7021-42B3-B7E6-E73C6A37EDF2}" type="parTrans" cxnId="{63C5822D-8844-4B89-A5C6-85033922BF62}">
      <dgm:prSet/>
      <dgm:spPr/>
      <dgm:t>
        <a:bodyPr/>
        <a:lstStyle/>
        <a:p>
          <a:endParaRPr lang="en-US"/>
        </a:p>
      </dgm:t>
    </dgm:pt>
    <dgm:pt modelId="{7B8B643D-7042-4DCE-9EC6-20030F56546C}" type="sibTrans" cxnId="{63C5822D-8844-4B89-A5C6-85033922BF62}">
      <dgm:prSet/>
      <dgm:spPr/>
      <dgm:t>
        <a:bodyPr/>
        <a:lstStyle/>
        <a:p>
          <a:endParaRPr lang="en-US"/>
        </a:p>
      </dgm:t>
    </dgm:pt>
    <dgm:pt modelId="{9EA629F9-8DC8-4398-A5FC-6259B013DE57}" type="pres">
      <dgm:prSet presAssocID="{02FD3534-4632-4535-95C9-7C53CD1D8A78}" presName="Name0" presStyleCnt="0">
        <dgm:presLayoutVars>
          <dgm:dir/>
          <dgm:resizeHandles val="exact"/>
        </dgm:presLayoutVars>
      </dgm:prSet>
      <dgm:spPr/>
    </dgm:pt>
    <dgm:pt modelId="{0DF55678-EDD9-4FDD-AD93-86E45ACE13F3}" type="pres">
      <dgm:prSet presAssocID="{D8E3C409-DD12-4C8A-BF52-1A238B7202EB}" presName="node" presStyleLbl="node1" presStyleIdx="0" presStyleCnt="4">
        <dgm:presLayoutVars>
          <dgm:bulletEnabled val="1"/>
        </dgm:presLayoutVars>
      </dgm:prSet>
      <dgm:spPr/>
    </dgm:pt>
    <dgm:pt modelId="{42CDF678-AEAC-42F6-BB0C-911FC51B7D96}" type="pres">
      <dgm:prSet presAssocID="{02784286-A3A3-4A3F-B65E-E5C837DA1A9C}" presName="sibTrans" presStyleLbl="sibTrans2D1" presStyleIdx="0" presStyleCnt="3"/>
      <dgm:spPr/>
    </dgm:pt>
    <dgm:pt modelId="{1890ACF8-6B6C-4477-9AF0-8EF551B07450}" type="pres">
      <dgm:prSet presAssocID="{02784286-A3A3-4A3F-B65E-E5C837DA1A9C}" presName="connectorText" presStyleLbl="sibTrans2D1" presStyleIdx="0" presStyleCnt="3"/>
      <dgm:spPr/>
    </dgm:pt>
    <dgm:pt modelId="{B438B734-8C22-4D45-B26F-E2805B86AB83}" type="pres">
      <dgm:prSet presAssocID="{C0BF7079-59E1-42E4-AD47-DAA491DE5A1E}" presName="node" presStyleLbl="node1" presStyleIdx="1" presStyleCnt="4">
        <dgm:presLayoutVars>
          <dgm:bulletEnabled val="1"/>
        </dgm:presLayoutVars>
      </dgm:prSet>
      <dgm:spPr/>
    </dgm:pt>
    <dgm:pt modelId="{29960765-065E-4AC6-98A6-703CB47C28A6}" type="pres">
      <dgm:prSet presAssocID="{FAE09106-00F3-4B95-B10B-2D35102BCA1D}" presName="sibTrans" presStyleLbl="sibTrans2D1" presStyleIdx="1" presStyleCnt="3"/>
      <dgm:spPr/>
    </dgm:pt>
    <dgm:pt modelId="{CF189700-3411-41EC-BBEA-815DE0CA26B5}" type="pres">
      <dgm:prSet presAssocID="{FAE09106-00F3-4B95-B10B-2D35102BCA1D}" presName="connectorText" presStyleLbl="sibTrans2D1" presStyleIdx="1" presStyleCnt="3"/>
      <dgm:spPr/>
    </dgm:pt>
    <dgm:pt modelId="{8737EEFB-739E-4235-9818-750D403E46FB}" type="pres">
      <dgm:prSet presAssocID="{333C6D42-2166-4836-BED8-DAEA8C887025}" presName="node" presStyleLbl="node1" presStyleIdx="2" presStyleCnt="4">
        <dgm:presLayoutVars>
          <dgm:bulletEnabled val="1"/>
        </dgm:presLayoutVars>
      </dgm:prSet>
      <dgm:spPr/>
    </dgm:pt>
    <dgm:pt modelId="{2336F366-8224-4621-8668-53C60D96C9B8}" type="pres">
      <dgm:prSet presAssocID="{476F811A-981A-4866-A344-074C6C227962}" presName="sibTrans" presStyleLbl="sibTrans2D1" presStyleIdx="2" presStyleCnt="3"/>
      <dgm:spPr/>
    </dgm:pt>
    <dgm:pt modelId="{4F6FFB4C-2A3F-4A6D-BC6B-8501D7E3795F}" type="pres">
      <dgm:prSet presAssocID="{476F811A-981A-4866-A344-074C6C227962}" presName="connectorText" presStyleLbl="sibTrans2D1" presStyleIdx="2" presStyleCnt="3"/>
      <dgm:spPr/>
    </dgm:pt>
    <dgm:pt modelId="{EA4318CD-3F72-4695-ACF8-CB3B5D7C527B}" type="pres">
      <dgm:prSet presAssocID="{E49971B5-4591-43B0-9C42-0659201DF81D}" presName="node" presStyleLbl="node1" presStyleIdx="3" presStyleCnt="4">
        <dgm:presLayoutVars>
          <dgm:bulletEnabled val="1"/>
        </dgm:presLayoutVars>
      </dgm:prSet>
      <dgm:spPr/>
    </dgm:pt>
  </dgm:ptLst>
  <dgm:cxnLst>
    <dgm:cxn modelId="{460E2200-8B1F-4419-B16E-BD55BC740511}" srcId="{E49971B5-4591-43B0-9C42-0659201DF81D}" destId="{E02BAB86-5586-4A7B-9215-BA27EB29B950}" srcOrd="5" destOrd="0" parTransId="{C867B98B-BB1D-40E1-94B6-6BB87ABDFA8B}" sibTransId="{DAEC1EC9-2FB2-4998-99B3-120060694D27}"/>
    <dgm:cxn modelId="{C1729006-3A5B-4724-9ED7-C8B8D416458F}" srcId="{333C6D42-2166-4836-BED8-DAEA8C887025}" destId="{8EBA8078-F4B6-4B68-8D0F-00D80E2A8744}" srcOrd="2" destOrd="0" parTransId="{83476B48-1F26-4918-A111-9DA28E839B37}" sibTransId="{24766662-14C5-451E-9D12-7539791EDFA6}"/>
    <dgm:cxn modelId="{DBC49518-4A9B-4E67-86B7-2D8CF2895CAE}" type="presOf" srcId="{476F811A-981A-4866-A344-074C6C227962}" destId="{4F6FFB4C-2A3F-4A6D-BC6B-8501D7E3795F}" srcOrd="1" destOrd="0" presId="urn:microsoft.com/office/officeart/2005/8/layout/process1"/>
    <dgm:cxn modelId="{4AB47B24-74BC-4DA7-942A-F32DC48E6125}" type="presOf" srcId="{ADF652F4-BC7D-43AE-8BF0-7F5F7FFD0408}" destId="{EA4318CD-3F72-4695-ACF8-CB3B5D7C527B}" srcOrd="0" destOrd="3" presId="urn:microsoft.com/office/officeart/2005/8/layout/process1"/>
    <dgm:cxn modelId="{1FA7A024-7292-4C29-9ACA-579C672F41EE}" srcId="{D8E3C409-DD12-4C8A-BF52-1A238B7202EB}" destId="{D5549380-555D-48A8-9EDF-C0F198DB4936}" srcOrd="2" destOrd="0" parTransId="{FAF38FF3-FF24-4E6B-A2AA-8A7A906C570B}" sibTransId="{B368258F-AB36-4441-BFA9-752C6A41169D}"/>
    <dgm:cxn modelId="{3003F826-7487-4BB7-968E-C04036B8920D}" type="presOf" srcId="{D8E3C409-DD12-4C8A-BF52-1A238B7202EB}" destId="{0DF55678-EDD9-4FDD-AD93-86E45ACE13F3}" srcOrd="0" destOrd="0" presId="urn:microsoft.com/office/officeart/2005/8/layout/process1"/>
    <dgm:cxn modelId="{63C5822D-8844-4B89-A5C6-85033922BF62}" srcId="{E49971B5-4591-43B0-9C42-0659201DF81D}" destId="{D9515FBD-C149-4FB4-96DA-C725BA53FBBA}" srcOrd="1" destOrd="0" parTransId="{5A99C4C6-7021-42B3-B7E6-E73C6A37EDF2}" sibTransId="{7B8B643D-7042-4DCE-9EC6-20030F56546C}"/>
    <dgm:cxn modelId="{78991435-9819-4FFE-981A-360B490C77F4}" type="presOf" srcId="{02784286-A3A3-4A3F-B65E-E5C837DA1A9C}" destId="{1890ACF8-6B6C-4477-9AF0-8EF551B07450}" srcOrd="1" destOrd="0" presId="urn:microsoft.com/office/officeart/2005/8/layout/process1"/>
    <dgm:cxn modelId="{DAD4FC3D-24A8-450B-A47D-D703E571E44A}" type="presOf" srcId="{FAE09106-00F3-4B95-B10B-2D35102BCA1D}" destId="{CF189700-3411-41EC-BBEA-815DE0CA26B5}" srcOrd="1" destOrd="0" presId="urn:microsoft.com/office/officeart/2005/8/layout/process1"/>
    <dgm:cxn modelId="{0A89D93E-549A-4D24-AC4F-E9C67AD829EA}" srcId="{02FD3534-4632-4535-95C9-7C53CD1D8A78}" destId="{333C6D42-2166-4836-BED8-DAEA8C887025}" srcOrd="2" destOrd="0" parTransId="{8680222E-E072-49F7-A2D3-B02C090374CD}" sibTransId="{476F811A-981A-4866-A344-074C6C227962}"/>
    <dgm:cxn modelId="{E76DD85F-ABE0-4C81-B0D1-B4E5CF3D9842}" type="presOf" srcId="{D9515FBD-C149-4FB4-96DA-C725BA53FBBA}" destId="{EA4318CD-3F72-4695-ACF8-CB3B5D7C527B}" srcOrd="0" destOrd="2" presId="urn:microsoft.com/office/officeart/2005/8/layout/process1"/>
    <dgm:cxn modelId="{5DB5B243-A0DD-45E0-9D49-8B6F93A0FC60}" type="presOf" srcId="{E243BFAA-26D5-4516-B3C8-29E21415E5E4}" destId="{0DF55678-EDD9-4FDD-AD93-86E45ACE13F3}" srcOrd="0" destOrd="1" presId="urn:microsoft.com/office/officeart/2005/8/layout/process1"/>
    <dgm:cxn modelId="{04D43B4D-9C35-438F-AF32-3D88AA27257D}" srcId="{C0BF7079-59E1-42E4-AD47-DAA491DE5A1E}" destId="{1E989494-98E9-4F2F-8663-82B4945A4ACD}" srcOrd="0" destOrd="0" parTransId="{14146E83-EC9B-4826-B313-C288FD59D767}" sibTransId="{BB5DE103-4060-496C-89F6-E47BEB58FE50}"/>
    <dgm:cxn modelId="{004E044E-04B5-4523-A5C3-632298DE899E}" srcId="{02FD3534-4632-4535-95C9-7C53CD1D8A78}" destId="{E49971B5-4591-43B0-9C42-0659201DF81D}" srcOrd="3" destOrd="0" parTransId="{B299910F-5CA3-47B6-8844-1222A84B99B3}" sibTransId="{C8020D5B-923C-47D9-B826-5D20ACB5F036}"/>
    <dgm:cxn modelId="{B881B44F-0C66-4537-94B5-0CDC8098A085}" type="presOf" srcId="{476F811A-981A-4866-A344-074C6C227962}" destId="{2336F366-8224-4621-8668-53C60D96C9B8}" srcOrd="0" destOrd="0" presId="urn:microsoft.com/office/officeart/2005/8/layout/process1"/>
    <dgm:cxn modelId="{36FEDB50-3CA1-4737-8439-1DAD80CCC388}" type="presOf" srcId="{333C6D42-2166-4836-BED8-DAEA8C887025}" destId="{8737EEFB-739E-4235-9818-750D403E46FB}" srcOrd="0" destOrd="0" presId="urn:microsoft.com/office/officeart/2005/8/layout/process1"/>
    <dgm:cxn modelId="{F9205951-8CB7-4FB0-A06E-64FC0160D9A3}" type="presOf" srcId="{91BB7CC5-4BE3-4E34-806B-2D77C091B666}" destId="{B438B734-8C22-4D45-B26F-E2805B86AB83}" srcOrd="0" destOrd="2" presId="urn:microsoft.com/office/officeart/2005/8/layout/process1"/>
    <dgm:cxn modelId="{60442853-C848-48AF-8228-204E81967BAA}" srcId="{E49971B5-4591-43B0-9C42-0659201DF81D}" destId="{91CDE7C6-207D-49B3-8015-94D87E80566A}" srcOrd="4" destOrd="0" parTransId="{99292530-8784-42F7-8FD5-0ABA479CE64D}" sibTransId="{D76C6106-D0D0-4B1C-ABF9-3AF6D5420FC2}"/>
    <dgm:cxn modelId="{B9DF8D57-0985-4386-8142-0D2FEADF1D19}" type="presOf" srcId="{1E989494-98E9-4F2F-8663-82B4945A4ACD}" destId="{B438B734-8C22-4D45-B26F-E2805B86AB83}" srcOrd="0" destOrd="1" presId="urn:microsoft.com/office/officeart/2005/8/layout/process1"/>
    <dgm:cxn modelId="{B73A0458-7969-4C43-8979-60F60CE2B953}" type="presOf" srcId="{C417847D-BF27-4380-B5DA-D44644208D53}" destId="{0DF55678-EDD9-4FDD-AD93-86E45ACE13F3}" srcOrd="0" destOrd="2" presId="urn:microsoft.com/office/officeart/2005/8/layout/process1"/>
    <dgm:cxn modelId="{EA25267F-0F99-46DE-A8BF-09A1F46A4430}" type="presOf" srcId="{05C8BCF2-A92B-4C59-89EE-92D136EBDB26}" destId="{8737EEFB-739E-4235-9818-750D403E46FB}" srcOrd="0" destOrd="2" presId="urn:microsoft.com/office/officeart/2005/8/layout/process1"/>
    <dgm:cxn modelId="{085A0585-1683-40C0-A992-9503FE712A3E}" type="presOf" srcId="{E02BAB86-5586-4A7B-9215-BA27EB29B950}" destId="{EA4318CD-3F72-4695-ACF8-CB3B5D7C527B}" srcOrd="0" destOrd="6" presId="urn:microsoft.com/office/officeart/2005/8/layout/process1"/>
    <dgm:cxn modelId="{0409D699-98AC-4B3F-8B70-9055986EF1D7}" srcId="{333C6D42-2166-4836-BED8-DAEA8C887025}" destId="{05C8BCF2-A92B-4C59-89EE-92D136EBDB26}" srcOrd="1" destOrd="0" parTransId="{FC032BB1-122C-4F8F-B888-402D36C6A4A5}" sibTransId="{8353A7AF-6B10-458C-ACF7-6D7727D778B1}"/>
    <dgm:cxn modelId="{177DC99E-704D-4A93-B40D-86D89F9DF482}" type="presOf" srcId="{FAE09106-00F3-4B95-B10B-2D35102BCA1D}" destId="{29960765-065E-4AC6-98A6-703CB47C28A6}" srcOrd="0" destOrd="0" presId="urn:microsoft.com/office/officeart/2005/8/layout/process1"/>
    <dgm:cxn modelId="{C0E2F4AC-CEF2-4241-A27D-E38F5F01F55A}" srcId="{E49971B5-4591-43B0-9C42-0659201DF81D}" destId="{169B651A-DA3A-4751-A052-A1FF4FEA0D77}" srcOrd="0" destOrd="0" parTransId="{CC2E21BD-7D89-4DAF-96AB-D4513DF2963E}" sibTransId="{46993488-5851-4DD2-AF59-FF106AAF4BC2}"/>
    <dgm:cxn modelId="{4B6A62AD-02D5-475C-A736-0415D776A127}" srcId="{E49971B5-4591-43B0-9C42-0659201DF81D}" destId="{ADF652F4-BC7D-43AE-8BF0-7F5F7FFD0408}" srcOrd="2" destOrd="0" parTransId="{6EAB7843-A268-4C06-8CAA-9BC45AC26023}" sibTransId="{D39D6716-4448-4BC9-8798-FA975BA8683F}"/>
    <dgm:cxn modelId="{4032E8B6-D96C-4E46-B640-6E11D56E7573}" srcId="{D8E3C409-DD12-4C8A-BF52-1A238B7202EB}" destId="{E243BFAA-26D5-4516-B3C8-29E21415E5E4}" srcOrd="0" destOrd="0" parTransId="{47C7722C-4ECA-4FAA-92EB-89A0CAF55864}" sibTransId="{E0C9321E-074D-4D33-99E8-07736B4E8C38}"/>
    <dgm:cxn modelId="{1CBD50BE-7245-49B0-8241-AC1A66DDF1FC}" type="presOf" srcId="{C0BF7079-59E1-42E4-AD47-DAA491DE5A1E}" destId="{B438B734-8C22-4D45-B26F-E2805B86AB83}" srcOrd="0" destOrd="0" presId="urn:microsoft.com/office/officeart/2005/8/layout/process1"/>
    <dgm:cxn modelId="{84E4EBC4-08C7-494B-AF76-40DBC196DC5E}" type="presOf" srcId="{63843579-A197-4F49-A5BE-8A3971922473}" destId="{EA4318CD-3F72-4695-ACF8-CB3B5D7C527B}" srcOrd="0" destOrd="4" presId="urn:microsoft.com/office/officeart/2005/8/layout/process1"/>
    <dgm:cxn modelId="{CC341DC7-721E-4920-B0B5-BB6FFFC6F70E}" type="presOf" srcId="{E49971B5-4591-43B0-9C42-0659201DF81D}" destId="{EA4318CD-3F72-4695-ACF8-CB3B5D7C527B}" srcOrd="0" destOrd="0" presId="urn:microsoft.com/office/officeart/2005/8/layout/process1"/>
    <dgm:cxn modelId="{E4664ECF-4147-4948-93BE-2F9B4527EBA1}" srcId="{02FD3534-4632-4535-95C9-7C53CD1D8A78}" destId="{D8E3C409-DD12-4C8A-BF52-1A238B7202EB}" srcOrd="0" destOrd="0" parTransId="{85AB87F2-424F-4A57-A9DD-12BA3A633AA7}" sibTransId="{02784286-A3A3-4A3F-B65E-E5C837DA1A9C}"/>
    <dgm:cxn modelId="{4F5EC3D5-9040-42BD-A030-9D3AF9DA2AD2}" type="presOf" srcId="{D5549380-555D-48A8-9EDF-C0F198DB4936}" destId="{0DF55678-EDD9-4FDD-AD93-86E45ACE13F3}" srcOrd="0" destOrd="3" presId="urn:microsoft.com/office/officeart/2005/8/layout/process1"/>
    <dgm:cxn modelId="{269455DE-6431-4EF8-9350-930A007204ED}" type="presOf" srcId="{8EBA8078-F4B6-4B68-8D0F-00D80E2A8744}" destId="{8737EEFB-739E-4235-9818-750D403E46FB}" srcOrd="0" destOrd="3" presId="urn:microsoft.com/office/officeart/2005/8/layout/process1"/>
    <dgm:cxn modelId="{F238D2DF-8B4D-49AB-A86B-CD7489530DAB}" srcId="{02FD3534-4632-4535-95C9-7C53CD1D8A78}" destId="{C0BF7079-59E1-42E4-AD47-DAA491DE5A1E}" srcOrd="1" destOrd="0" parTransId="{BA2F3E6E-E071-4087-8088-BB9ADDB0F9BC}" sibTransId="{FAE09106-00F3-4B95-B10B-2D35102BCA1D}"/>
    <dgm:cxn modelId="{914279E4-9D87-49C6-9805-26C7E8268032}" srcId="{C0BF7079-59E1-42E4-AD47-DAA491DE5A1E}" destId="{91BB7CC5-4BE3-4E34-806B-2D77C091B666}" srcOrd="1" destOrd="0" parTransId="{87ECB4AD-8BC2-4321-A255-6FCA254A5BCA}" sibTransId="{11526BF1-307A-4478-B273-FB64617B4F1D}"/>
    <dgm:cxn modelId="{5AA63DED-FC48-42F5-8DE3-79D238D8CD31}" type="presOf" srcId="{02FD3534-4632-4535-95C9-7C53CD1D8A78}" destId="{9EA629F9-8DC8-4398-A5FC-6259B013DE57}" srcOrd="0" destOrd="0" presId="urn:microsoft.com/office/officeart/2005/8/layout/process1"/>
    <dgm:cxn modelId="{54FD05F6-C8E2-4434-8C6A-644DB77B5B3B}" type="presOf" srcId="{91CDE7C6-207D-49B3-8015-94D87E80566A}" destId="{EA4318CD-3F72-4695-ACF8-CB3B5D7C527B}" srcOrd="0" destOrd="5" presId="urn:microsoft.com/office/officeart/2005/8/layout/process1"/>
    <dgm:cxn modelId="{540C28F7-FC01-43C8-B975-FDAC1FF147CE}" type="presOf" srcId="{02784286-A3A3-4A3F-B65E-E5C837DA1A9C}" destId="{42CDF678-AEAC-42F6-BB0C-911FC51B7D96}" srcOrd="0" destOrd="0" presId="urn:microsoft.com/office/officeart/2005/8/layout/process1"/>
    <dgm:cxn modelId="{6E6D29F7-6AB1-4631-A219-B61E86DC3638}" type="presOf" srcId="{1FCFAC42-548D-43D7-AC17-31334F57837E}" destId="{8737EEFB-739E-4235-9818-750D403E46FB}" srcOrd="0" destOrd="1" presId="urn:microsoft.com/office/officeart/2005/8/layout/process1"/>
    <dgm:cxn modelId="{65020DF8-C854-4903-BB6A-9B8DFB6A16EB}" type="presOf" srcId="{169B651A-DA3A-4751-A052-A1FF4FEA0D77}" destId="{EA4318CD-3F72-4695-ACF8-CB3B5D7C527B}" srcOrd="0" destOrd="1" presId="urn:microsoft.com/office/officeart/2005/8/layout/process1"/>
    <dgm:cxn modelId="{25F1DCF9-1107-408C-8E1C-7503096503F4}" srcId="{D8E3C409-DD12-4C8A-BF52-1A238B7202EB}" destId="{C417847D-BF27-4380-B5DA-D44644208D53}" srcOrd="1" destOrd="0" parTransId="{FA630E39-1621-43B8-9233-21F74C20A101}" sibTransId="{D3C9544B-0658-4B55-B034-09872A81C5FD}"/>
    <dgm:cxn modelId="{D8ABE8FA-26B6-4CD6-A8F2-1C7222C12012}" srcId="{E49971B5-4591-43B0-9C42-0659201DF81D}" destId="{63843579-A197-4F49-A5BE-8A3971922473}" srcOrd="3" destOrd="0" parTransId="{B5AA13A8-848B-4992-A52C-76F91532B7BB}" sibTransId="{FC69F05E-166E-4980-B4EF-E2A84D5DF6D9}"/>
    <dgm:cxn modelId="{D1B434FC-71AA-4A23-B4C8-2A01297F1A59}" srcId="{333C6D42-2166-4836-BED8-DAEA8C887025}" destId="{1FCFAC42-548D-43D7-AC17-31334F57837E}" srcOrd="0" destOrd="0" parTransId="{CAC004BF-1F09-4019-ACE5-67997629A4AF}" sibTransId="{AE82C1D8-F0C3-4FF8-A45D-7BCD475316F7}"/>
    <dgm:cxn modelId="{C8B37178-8200-4539-A25E-84E6434E9EEB}" type="presParOf" srcId="{9EA629F9-8DC8-4398-A5FC-6259B013DE57}" destId="{0DF55678-EDD9-4FDD-AD93-86E45ACE13F3}" srcOrd="0" destOrd="0" presId="urn:microsoft.com/office/officeart/2005/8/layout/process1"/>
    <dgm:cxn modelId="{CCCD1565-CE2D-42E4-9190-D50351AEE766}" type="presParOf" srcId="{9EA629F9-8DC8-4398-A5FC-6259B013DE57}" destId="{42CDF678-AEAC-42F6-BB0C-911FC51B7D96}" srcOrd="1" destOrd="0" presId="urn:microsoft.com/office/officeart/2005/8/layout/process1"/>
    <dgm:cxn modelId="{12DA8490-6BC5-4F83-B0F2-2757572C7D2B}" type="presParOf" srcId="{42CDF678-AEAC-42F6-BB0C-911FC51B7D96}" destId="{1890ACF8-6B6C-4477-9AF0-8EF551B07450}" srcOrd="0" destOrd="0" presId="urn:microsoft.com/office/officeart/2005/8/layout/process1"/>
    <dgm:cxn modelId="{D69CA014-E332-436C-BF6C-ECB44515F83B}" type="presParOf" srcId="{9EA629F9-8DC8-4398-A5FC-6259B013DE57}" destId="{B438B734-8C22-4D45-B26F-E2805B86AB83}" srcOrd="2" destOrd="0" presId="urn:microsoft.com/office/officeart/2005/8/layout/process1"/>
    <dgm:cxn modelId="{F43B0B8C-5654-415F-8E77-D619A82FD4EC}" type="presParOf" srcId="{9EA629F9-8DC8-4398-A5FC-6259B013DE57}" destId="{29960765-065E-4AC6-98A6-703CB47C28A6}" srcOrd="3" destOrd="0" presId="urn:microsoft.com/office/officeart/2005/8/layout/process1"/>
    <dgm:cxn modelId="{C1B8B277-83E0-4221-96F8-949E4B0B1155}" type="presParOf" srcId="{29960765-065E-4AC6-98A6-703CB47C28A6}" destId="{CF189700-3411-41EC-BBEA-815DE0CA26B5}" srcOrd="0" destOrd="0" presId="urn:microsoft.com/office/officeart/2005/8/layout/process1"/>
    <dgm:cxn modelId="{D56A266A-78DD-4CDD-91E3-311D6A08987D}" type="presParOf" srcId="{9EA629F9-8DC8-4398-A5FC-6259B013DE57}" destId="{8737EEFB-739E-4235-9818-750D403E46FB}" srcOrd="4" destOrd="0" presId="urn:microsoft.com/office/officeart/2005/8/layout/process1"/>
    <dgm:cxn modelId="{A05E4D8F-5A1E-463F-B909-30C0EB0A6348}" type="presParOf" srcId="{9EA629F9-8DC8-4398-A5FC-6259B013DE57}" destId="{2336F366-8224-4621-8668-53C60D96C9B8}" srcOrd="5" destOrd="0" presId="urn:microsoft.com/office/officeart/2005/8/layout/process1"/>
    <dgm:cxn modelId="{BF850405-AB74-473E-8EB1-5CE3659FBE6F}" type="presParOf" srcId="{2336F366-8224-4621-8668-53C60D96C9B8}" destId="{4F6FFB4C-2A3F-4A6D-BC6B-8501D7E3795F}" srcOrd="0" destOrd="0" presId="urn:microsoft.com/office/officeart/2005/8/layout/process1"/>
    <dgm:cxn modelId="{69711D79-D465-4A0F-B6FC-8037D62D4E94}" type="presParOf" srcId="{9EA629F9-8DC8-4398-A5FC-6259B013DE57}" destId="{EA4318CD-3F72-4695-ACF8-CB3B5D7C527B}" srcOrd="6"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BFD82F-2C91-47A0-A661-2F8EB66C8B4C}">
      <dsp:nvSpPr>
        <dsp:cNvPr id="0" name=""/>
        <dsp:cNvSpPr/>
      </dsp:nvSpPr>
      <dsp:spPr>
        <a:xfrm>
          <a:off x="0" y="0"/>
          <a:ext cx="68580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A17F1DA-9CB7-4BDD-8153-496923ED66CE}">
      <dsp:nvSpPr>
        <dsp:cNvPr id="0" name=""/>
        <dsp:cNvSpPr/>
      </dsp:nvSpPr>
      <dsp:spPr>
        <a:xfrm>
          <a:off x="0" y="0"/>
          <a:ext cx="6858000" cy="589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dirty="0"/>
            <a:t>Define Vibe Coding</a:t>
          </a:r>
        </a:p>
      </dsp:txBody>
      <dsp:txXfrm>
        <a:off x="0" y="0"/>
        <a:ext cx="6858000" cy="589794"/>
      </dsp:txXfrm>
    </dsp:sp>
    <dsp:sp modelId="{065B2482-880A-431A-A08B-3531DCA13A51}">
      <dsp:nvSpPr>
        <dsp:cNvPr id="0" name=""/>
        <dsp:cNvSpPr/>
      </dsp:nvSpPr>
      <dsp:spPr>
        <a:xfrm>
          <a:off x="0" y="589794"/>
          <a:ext cx="68580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FE76E57-4B0C-442C-AF14-646BBE368FED}">
      <dsp:nvSpPr>
        <dsp:cNvPr id="0" name=""/>
        <dsp:cNvSpPr/>
      </dsp:nvSpPr>
      <dsp:spPr>
        <a:xfrm>
          <a:off x="0" y="589794"/>
          <a:ext cx="6858000" cy="589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dirty="0"/>
            <a:t>Where does Vibe Coding break down?</a:t>
          </a:r>
        </a:p>
      </dsp:txBody>
      <dsp:txXfrm>
        <a:off x="0" y="589794"/>
        <a:ext cx="6858000" cy="589794"/>
      </dsp:txXfrm>
    </dsp:sp>
    <dsp:sp modelId="{2BA45286-2A42-4062-A89F-997143B6ABF1}">
      <dsp:nvSpPr>
        <dsp:cNvPr id="0" name=""/>
        <dsp:cNvSpPr/>
      </dsp:nvSpPr>
      <dsp:spPr>
        <a:xfrm>
          <a:off x="0" y="1179589"/>
          <a:ext cx="68580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6249048-7BB0-4FC0-B2D1-3CABCC67DAD0}">
      <dsp:nvSpPr>
        <dsp:cNvPr id="0" name=""/>
        <dsp:cNvSpPr/>
      </dsp:nvSpPr>
      <dsp:spPr>
        <a:xfrm>
          <a:off x="0" y="1179589"/>
          <a:ext cx="6858000" cy="589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dirty="0"/>
            <a:t>Introduce Spec-Driven Development (SDD)</a:t>
          </a:r>
        </a:p>
      </dsp:txBody>
      <dsp:txXfrm>
        <a:off x="0" y="1179589"/>
        <a:ext cx="6858000" cy="589794"/>
      </dsp:txXfrm>
    </dsp:sp>
    <dsp:sp modelId="{6C12CDCF-F74A-4916-A064-3E21BBA2ADA2}">
      <dsp:nvSpPr>
        <dsp:cNvPr id="0" name=""/>
        <dsp:cNvSpPr/>
      </dsp:nvSpPr>
      <dsp:spPr>
        <a:xfrm>
          <a:off x="0" y="1769384"/>
          <a:ext cx="68580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09F54C2-D146-4D83-89F3-F9C0A9B3CC04}">
      <dsp:nvSpPr>
        <dsp:cNvPr id="0" name=""/>
        <dsp:cNvSpPr/>
      </dsp:nvSpPr>
      <dsp:spPr>
        <a:xfrm>
          <a:off x="0" y="1769384"/>
          <a:ext cx="6858000" cy="589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dirty="0"/>
            <a:t>Test-Driven Development (TDD)</a:t>
          </a:r>
        </a:p>
      </dsp:txBody>
      <dsp:txXfrm>
        <a:off x="0" y="1769384"/>
        <a:ext cx="6858000" cy="589794"/>
      </dsp:txXfrm>
    </dsp:sp>
    <dsp:sp modelId="{1ACBF6D0-6906-4AFA-A5BE-3EDCD26BD55F}">
      <dsp:nvSpPr>
        <dsp:cNvPr id="0" name=""/>
        <dsp:cNvSpPr/>
      </dsp:nvSpPr>
      <dsp:spPr>
        <a:xfrm>
          <a:off x="0" y="2359179"/>
          <a:ext cx="68580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B927D93-9A58-4910-8F60-4D5F0BF17874}">
      <dsp:nvSpPr>
        <dsp:cNvPr id="0" name=""/>
        <dsp:cNvSpPr/>
      </dsp:nvSpPr>
      <dsp:spPr>
        <a:xfrm>
          <a:off x="0" y="2359179"/>
          <a:ext cx="6858000" cy="589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dirty="0"/>
            <a:t>Introduce </a:t>
          </a:r>
          <a:r>
            <a:rPr lang="en-US" sz="2700" kern="1200" dirty="0" err="1"/>
            <a:t>OpenSpec</a:t>
          </a:r>
          <a:endParaRPr lang="en-US" sz="2700" kern="1200" dirty="0"/>
        </a:p>
      </dsp:txBody>
      <dsp:txXfrm>
        <a:off x="0" y="2359179"/>
        <a:ext cx="6858000" cy="589794"/>
      </dsp:txXfrm>
    </dsp:sp>
    <dsp:sp modelId="{BAED0765-2867-4546-8DEE-B74E9A9FDFE9}">
      <dsp:nvSpPr>
        <dsp:cNvPr id="0" name=""/>
        <dsp:cNvSpPr/>
      </dsp:nvSpPr>
      <dsp:spPr>
        <a:xfrm>
          <a:off x="0" y="2948973"/>
          <a:ext cx="68580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DE7F73D-4730-41DF-BCF3-B5F8A49BECAB}">
      <dsp:nvSpPr>
        <dsp:cNvPr id="0" name=""/>
        <dsp:cNvSpPr/>
      </dsp:nvSpPr>
      <dsp:spPr>
        <a:xfrm>
          <a:off x="0" y="2948973"/>
          <a:ext cx="6858000" cy="589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dirty="0" err="1"/>
            <a:t>OpenSpec</a:t>
          </a:r>
          <a:r>
            <a:rPr lang="en-US" sz="2700" kern="1200" dirty="0"/>
            <a:t> Demo</a:t>
          </a:r>
        </a:p>
      </dsp:txBody>
      <dsp:txXfrm>
        <a:off x="0" y="2948973"/>
        <a:ext cx="6858000" cy="589794"/>
      </dsp:txXfrm>
    </dsp:sp>
    <dsp:sp modelId="{21D1DD06-2C8E-494A-93F9-4704431B9CCF}">
      <dsp:nvSpPr>
        <dsp:cNvPr id="0" name=""/>
        <dsp:cNvSpPr/>
      </dsp:nvSpPr>
      <dsp:spPr>
        <a:xfrm>
          <a:off x="0" y="3538768"/>
          <a:ext cx="68580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9AA88AA-C3CB-4942-8DF9-D22DAFFBFC7C}">
      <dsp:nvSpPr>
        <dsp:cNvPr id="0" name=""/>
        <dsp:cNvSpPr/>
      </dsp:nvSpPr>
      <dsp:spPr>
        <a:xfrm>
          <a:off x="0" y="3538768"/>
          <a:ext cx="6858000" cy="589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dirty="0" err="1"/>
            <a:t>OpenSpec</a:t>
          </a:r>
          <a:r>
            <a:rPr lang="en-US" sz="2700" kern="1200" dirty="0"/>
            <a:t> Lab</a:t>
          </a:r>
        </a:p>
      </dsp:txBody>
      <dsp:txXfrm>
        <a:off x="0" y="3538768"/>
        <a:ext cx="6858000" cy="589794"/>
      </dsp:txXfrm>
    </dsp:sp>
    <dsp:sp modelId="{FEE0EC5E-B019-46B7-B0DA-5B8AE575BE29}">
      <dsp:nvSpPr>
        <dsp:cNvPr id="0" name=""/>
        <dsp:cNvSpPr/>
      </dsp:nvSpPr>
      <dsp:spPr>
        <a:xfrm>
          <a:off x="0" y="4128563"/>
          <a:ext cx="68580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6A97B64-C1DB-43E9-809F-13F21B35F79A}">
      <dsp:nvSpPr>
        <dsp:cNvPr id="0" name=""/>
        <dsp:cNvSpPr/>
      </dsp:nvSpPr>
      <dsp:spPr>
        <a:xfrm>
          <a:off x="0" y="4128563"/>
          <a:ext cx="6858000" cy="589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dirty="0"/>
            <a:t>Introduce BMAD (as </a:t>
          </a:r>
          <a:r>
            <a:rPr lang="en-US" sz="2700" kern="1200"/>
            <a:t>time allows)</a:t>
          </a:r>
          <a:endParaRPr lang="en-US" sz="2700" kern="1200" dirty="0"/>
        </a:p>
      </dsp:txBody>
      <dsp:txXfrm>
        <a:off x="0" y="4128563"/>
        <a:ext cx="6858000" cy="58979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C151D9-2217-4CEE-AF2B-E05430E660BB}">
      <dsp:nvSpPr>
        <dsp:cNvPr id="0" name=""/>
        <dsp:cNvSpPr/>
      </dsp:nvSpPr>
      <dsp:spPr>
        <a:xfrm>
          <a:off x="694487" y="-39917"/>
          <a:ext cx="4006937" cy="4006937"/>
        </a:xfrm>
        <a:prstGeom prst="circularArrow">
          <a:avLst>
            <a:gd name="adj1" fmla="val 4668"/>
            <a:gd name="adj2" fmla="val 272909"/>
            <a:gd name="adj3" fmla="val 13051731"/>
            <a:gd name="adj4" fmla="val 17882487"/>
            <a:gd name="adj5" fmla="val 4847"/>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95CA482-A4CD-4C9C-84C3-CCFEE52EBA68}">
      <dsp:nvSpPr>
        <dsp:cNvPr id="0" name=""/>
        <dsp:cNvSpPr/>
      </dsp:nvSpPr>
      <dsp:spPr>
        <a:xfrm>
          <a:off x="1439875" y="29290"/>
          <a:ext cx="2516160" cy="12580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1. Idea</a:t>
          </a:r>
        </a:p>
      </dsp:txBody>
      <dsp:txXfrm>
        <a:off x="1501289" y="90704"/>
        <a:ext cx="2393332" cy="1135252"/>
      </dsp:txXfrm>
    </dsp:sp>
    <dsp:sp modelId="{1BD720AF-D0C5-45A0-9FDB-41943B88AED5}">
      <dsp:nvSpPr>
        <dsp:cNvPr id="0" name=""/>
        <dsp:cNvSpPr/>
      </dsp:nvSpPr>
      <dsp:spPr>
        <a:xfrm>
          <a:off x="2878632" y="1468047"/>
          <a:ext cx="2516160" cy="12580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2. Prompt</a:t>
          </a:r>
        </a:p>
      </dsp:txBody>
      <dsp:txXfrm>
        <a:off x="2940046" y="1529461"/>
        <a:ext cx="2393332" cy="1135252"/>
      </dsp:txXfrm>
    </dsp:sp>
    <dsp:sp modelId="{73FFDA7B-7FC8-443A-8C79-FBD312ABD19B}">
      <dsp:nvSpPr>
        <dsp:cNvPr id="0" name=""/>
        <dsp:cNvSpPr/>
      </dsp:nvSpPr>
      <dsp:spPr>
        <a:xfrm>
          <a:off x="1439875" y="2906804"/>
          <a:ext cx="2516160" cy="12580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3. AI Generates Code</a:t>
          </a:r>
        </a:p>
      </dsp:txBody>
      <dsp:txXfrm>
        <a:off x="1501289" y="2968218"/>
        <a:ext cx="2393332" cy="1135252"/>
      </dsp:txXfrm>
    </dsp:sp>
    <dsp:sp modelId="{1A27ADD3-9E30-4CF5-9316-D7616451A002}">
      <dsp:nvSpPr>
        <dsp:cNvPr id="0" name=""/>
        <dsp:cNvSpPr/>
      </dsp:nvSpPr>
      <dsp:spPr>
        <a:xfrm>
          <a:off x="1119" y="1468047"/>
          <a:ext cx="2516160" cy="12580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4. Review Output</a:t>
          </a:r>
        </a:p>
      </dsp:txBody>
      <dsp:txXfrm>
        <a:off x="62533" y="1529461"/>
        <a:ext cx="2393332" cy="113525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AE2138-CF3D-43BA-8368-27788076FD53}">
      <dsp:nvSpPr>
        <dsp:cNvPr id="0" name=""/>
        <dsp:cNvSpPr/>
      </dsp:nvSpPr>
      <dsp:spPr>
        <a:xfrm>
          <a:off x="694487" y="-39917"/>
          <a:ext cx="4006937" cy="4006937"/>
        </a:xfrm>
        <a:prstGeom prst="circularArrow">
          <a:avLst>
            <a:gd name="adj1" fmla="val 4668"/>
            <a:gd name="adj2" fmla="val 272909"/>
            <a:gd name="adj3" fmla="val 13051731"/>
            <a:gd name="adj4" fmla="val 17882487"/>
            <a:gd name="adj5" fmla="val 4847"/>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05E7864-AD98-4601-9DE6-CF3CCBD0F5E9}">
      <dsp:nvSpPr>
        <dsp:cNvPr id="0" name=""/>
        <dsp:cNvSpPr/>
      </dsp:nvSpPr>
      <dsp:spPr>
        <a:xfrm>
          <a:off x="1439875" y="29290"/>
          <a:ext cx="2516160" cy="1258080"/>
        </a:xfrm>
        <a:prstGeom prst="roundRect">
          <a:avLst/>
        </a:prstGeom>
        <a:solidFill>
          <a:srgbClr val="C0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1. Idea</a:t>
          </a:r>
        </a:p>
      </dsp:txBody>
      <dsp:txXfrm>
        <a:off x="1501289" y="90704"/>
        <a:ext cx="2393332" cy="1135252"/>
      </dsp:txXfrm>
    </dsp:sp>
    <dsp:sp modelId="{DA70A614-6A13-4B07-A5BA-79F29EF128FA}">
      <dsp:nvSpPr>
        <dsp:cNvPr id="0" name=""/>
        <dsp:cNvSpPr/>
      </dsp:nvSpPr>
      <dsp:spPr>
        <a:xfrm>
          <a:off x="2878632" y="1468047"/>
          <a:ext cx="2516160" cy="12580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2. Prompt</a:t>
          </a:r>
        </a:p>
      </dsp:txBody>
      <dsp:txXfrm>
        <a:off x="2940046" y="1529461"/>
        <a:ext cx="2393332" cy="1135252"/>
      </dsp:txXfrm>
    </dsp:sp>
    <dsp:sp modelId="{2717ED59-55D6-41B0-970B-4F6AEBC51C51}">
      <dsp:nvSpPr>
        <dsp:cNvPr id="0" name=""/>
        <dsp:cNvSpPr/>
      </dsp:nvSpPr>
      <dsp:spPr>
        <a:xfrm>
          <a:off x="1439875" y="2906804"/>
          <a:ext cx="2516160" cy="12580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3. AI Generates Code</a:t>
          </a:r>
        </a:p>
      </dsp:txBody>
      <dsp:txXfrm>
        <a:off x="1501289" y="2968218"/>
        <a:ext cx="2393332" cy="1135252"/>
      </dsp:txXfrm>
    </dsp:sp>
    <dsp:sp modelId="{44065FFF-4BCF-41B6-B3F7-7633AE0AD79F}">
      <dsp:nvSpPr>
        <dsp:cNvPr id="0" name=""/>
        <dsp:cNvSpPr/>
      </dsp:nvSpPr>
      <dsp:spPr>
        <a:xfrm>
          <a:off x="1119" y="1468047"/>
          <a:ext cx="2516160" cy="12580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4. Review Output</a:t>
          </a:r>
        </a:p>
      </dsp:txBody>
      <dsp:txXfrm>
        <a:off x="62533" y="1529461"/>
        <a:ext cx="2393332" cy="113525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638A55-5CB2-45DB-9180-630397AAE7A8}">
      <dsp:nvSpPr>
        <dsp:cNvPr id="0" name=""/>
        <dsp:cNvSpPr/>
      </dsp:nvSpPr>
      <dsp:spPr>
        <a:xfrm rot="5400000">
          <a:off x="202055" y="982301"/>
          <a:ext cx="760358" cy="865640"/>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8E87954-83F1-4D82-BF8A-780B95E79DB7}">
      <dsp:nvSpPr>
        <dsp:cNvPr id="0" name=""/>
        <dsp:cNvSpPr/>
      </dsp:nvSpPr>
      <dsp:spPr>
        <a:xfrm>
          <a:off x="606" y="139429"/>
          <a:ext cx="1279995" cy="895955"/>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Specify</a:t>
          </a:r>
        </a:p>
      </dsp:txBody>
      <dsp:txXfrm>
        <a:off x="44351" y="183174"/>
        <a:ext cx="1192505" cy="808465"/>
      </dsp:txXfrm>
    </dsp:sp>
    <dsp:sp modelId="{45B83A6F-0959-4806-896C-814780CE3FEC}">
      <dsp:nvSpPr>
        <dsp:cNvPr id="0" name=""/>
        <dsp:cNvSpPr/>
      </dsp:nvSpPr>
      <dsp:spPr>
        <a:xfrm>
          <a:off x="1280602" y="224879"/>
          <a:ext cx="930946" cy="7241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Functional Spec (PRD)</a:t>
          </a:r>
        </a:p>
      </dsp:txBody>
      <dsp:txXfrm>
        <a:off x="1280602" y="224879"/>
        <a:ext cx="930946" cy="724150"/>
      </dsp:txXfrm>
    </dsp:sp>
    <dsp:sp modelId="{82ECA812-70B7-4388-B33E-21607720066B}">
      <dsp:nvSpPr>
        <dsp:cNvPr id="0" name=""/>
        <dsp:cNvSpPr/>
      </dsp:nvSpPr>
      <dsp:spPr>
        <a:xfrm rot="5400000">
          <a:off x="1263307" y="1988755"/>
          <a:ext cx="760358" cy="865640"/>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03A37B2-6A44-4ABD-A492-9004322F8547}">
      <dsp:nvSpPr>
        <dsp:cNvPr id="0" name=""/>
        <dsp:cNvSpPr/>
      </dsp:nvSpPr>
      <dsp:spPr>
        <a:xfrm>
          <a:off x="1061858" y="1145883"/>
          <a:ext cx="1279995" cy="895955"/>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Design</a:t>
          </a:r>
        </a:p>
      </dsp:txBody>
      <dsp:txXfrm>
        <a:off x="1105603" y="1189628"/>
        <a:ext cx="1192505" cy="808465"/>
      </dsp:txXfrm>
    </dsp:sp>
    <dsp:sp modelId="{79BF1D8B-36A4-4E64-8E9F-3BED8031611B}">
      <dsp:nvSpPr>
        <dsp:cNvPr id="0" name=""/>
        <dsp:cNvSpPr/>
      </dsp:nvSpPr>
      <dsp:spPr>
        <a:xfrm>
          <a:off x="2341854" y="1231332"/>
          <a:ext cx="930946" cy="7241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Technical Spec</a:t>
          </a:r>
        </a:p>
      </dsp:txBody>
      <dsp:txXfrm>
        <a:off x="2341854" y="1231332"/>
        <a:ext cx="930946" cy="724150"/>
      </dsp:txXfrm>
    </dsp:sp>
    <dsp:sp modelId="{9D1278A3-1888-4A41-8E6B-EE58CCF82CD8}">
      <dsp:nvSpPr>
        <dsp:cNvPr id="0" name=""/>
        <dsp:cNvSpPr/>
      </dsp:nvSpPr>
      <dsp:spPr>
        <a:xfrm rot="5400000">
          <a:off x="2324559" y="2995208"/>
          <a:ext cx="760358" cy="865640"/>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4AF6EA4-224F-4856-BFB3-7EDD41BF4C6C}">
      <dsp:nvSpPr>
        <dsp:cNvPr id="0" name=""/>
        <dsp:cNvSpPr/>
      </dsp:nvSpPr>
      <dsp:spPr>
        <a:xfrm>
          <a:off x="2123111" y="2152336"/>
          <a:ext cx="1279995" cy="895955"/>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Plan</a:t>
          </a:r>
        </a:p>
      </dsp:txBody>
      <dsp:txXfrm>
        <a:off x="2166856" y="2196081"/>
        <a:ext cx="1192505" cy="808465"/>
      </dsp:txXfrm>
    </dsp:sp>
    <dsp:sp modelId="{8EAF161E-54A1-469E-BCBD-28624235D871}">
      <dsp:nvSpPr>
        <dsp:cNvPr id="0" name=""/>
        <dsp:cNvSpPr/>
      </dsp:nvSpPr>
      <dsp:spPr>
        <a:xfrm>
          <a:off x="3403106" y="2237786"/>
          <a:ext cx="930946" cy="7241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Task List</a:t>
          </a:r>
        </a:p>
      </dsp:txBody>
      <dsp:txXfrm>
        <a:off x="3403106" y="2237786"/>
        <a:ext cx="930946" cy="724150"/>
      </dsp:txXfrm>
    </dsp:sp>
    <dsp:sp modelId="{216191A2-88C2-43F3-81D9-EBE07239BA67}">
      <dsp:nvSpPr>
        <dsp:cNvPr id="0" name=""/>
        <dsp:cNvSpPr/>
      </dsp:nvSpPr>
      <dsp:spPr>
        <a:xfrm>
          <a:off x="3184363" y="3158789"/>
          <a:ext cx="1279995" cy="895955"/>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Implement</a:t>
          </a:r>
        </a:p>
      </dsp:txBody>
      <dsp:txXfrm>
        <a:off x="3228108" y="3202534"/>
        <a:ext cx="1192505" cy="808465"/>
      </dsp:txXfrm>
    </dsp:sp>
    <dsp:sp modelId="{F25ED59C-D5F3-490A-A4D2-3BE8C3DBBA11}">
      <dsp:nvSpPr>
        <dsp:cNvPr id="0" name=""/>
        <dsp:cNvSpPr/>
      </dsp:nvSpPr>
      <dsp:spPr>
        <a:xfrm>
          <a:off x="4464358" y="3244239"/>
          <a:ext cx="930946" cy="7241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Code Generation</a:t>
          </a:r>
        </a:p>
      </dsp:txBody>
      <dsp:txXfrm>
        <a:off x="4464358" y="3244239"/>
        <a:ext cx="930946" cy="72415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638A55-5CB2-45DB-9180-630397AAE7A8}">
      <dsp:nvSpPr>
        <dsp:cNvPr id="0" name=""/>
        <dsp:cNvSpPr/>
      </dsp:nvSpPr>
      <dsp:spPr>
        <a:xfrm rot="5400000">
          <a:off x="202055" y="982301"/>
          <a:ext cx="760358" cy="865640"/>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8E87954-83F1-4D82-BF8A-780B95E79DB7}">
      <dsp:nvSpPr>
        <dsp:cNvPr id="0" name=""/>
        <dsp:cNvSpPr/>
      </dsp:nvSpPr>
      <dsp:spPr>
        <a:xfrm>
          <a:off x="606" y="139429"/>
          <a:ext cx="1279995" cy="895955"/>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Specify</a:t>
          </a:r>
        </a:p>
      </dsp:txBody>
      <dsp:txXfrm>
        <a:off x="44351" y="183174"/>
        <a:ext cx="1192505" cy="808465"/>
      </dsp:txXfrm>
    </dsp:sp>
    <dsp:sp modelId="{45B83A6F-0959-4806-896C-814780CE3FEC}">
      <dsp:nvSpPr>
        <dsp:cNvPr id="0" name=""/>
        <dsp:cNvSpPr/>
      </dsp:nvSpPr>
      <dsp:spPr>
        <a:xfrm>
          <a:off x="1280602" y="224879"/>
          <a:ext cx="930946" cy="7241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Functional Spec (PRD)</a:t>
          </a:r>
        </a:p>
      </dsp:txBody>
      <dsp:txXfrm>
        <a:off x="1280602" y="224879"/>
        <a:ext cx="930946" cy="724150"/>
      </dsp:txXfrm>
    </dsp:sp>
    <dsp:sp modelId="{82ECA812-70B7-4388-B33E-21607720066B}">
      <dsp:nvSpPr>
        <dsp:cNvPr id="0" name=""/>
        <dsp:cNvSpPr/>
      </dsp:nvSpPr>
      <dsp:spPr>
        <a:xfrm rot="5400000">
          <a:off x="1263307" y="1988755"/>
          <a:ext cx="760358" cy="865640"/>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03A37B2-6A44-4ABD-A492-9004322F8547}">
      <dsp:nvSpPr>
        <dsp:cNvPr id="0" name=""/>
        <dsp:cNvSpPr/>
      </dsp:nvSpPr>
      <dsp:spPr>
        <a:xfrm>
          <a:off x="1061858" y="1145883"/>
          <a:ext cx="1279995" cy="895955"/>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Design</a:t>
          </a:r>
        </a:p>
      </dsp:txBody>
      <dsp:txXfrm>
        <a:off x="1105603" y="1189628"/>
        <a:ext cx="1192505" cy="808465"/>
      </dsp:txXfrm>
    </dsp:sp>
    <dsp:sp modelId="{79BF1D8B-36A4-4E64-8E9F-3BED8031611B}">
      <dsp:nvSpPr>
        <dsp:cNvPr id="0" name=""/>
        <dsp:cNvSpPr/>
      </dsp:nvSpPr>
      <dsp:spPr>
        <a:xfrm>
          <a:off x="2341854" y="1231332"/>
          <a:ext cx="930946" cy="7241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Technical Spec</a:t>
          </a:r>
        </a:p>
      </dsp:txBody>
      <dsp:txXfrm>
        <a:off x="2341854" y="1231332"/>
        <a:ext cx="930946" cy="724150"/>
      </dsp:txXfrm>
    </dsp:sp>
    <dsp:sp modelId="{9D1278A3-1888-4A41-8E6B-EE58CCF82CD8}">
      <dsp:nvSpPr>
        <dsp:cNvPr id="0" name=""/>
        <dsp:cNvSpPr/>
      </dsp:nvSpPr>
      <dsp:spPr>
        <a:xfrm rot="5400000">
          <a:off x="2324559" y="2995208"/>
          <a:ext cx="760358" cy="865640"/>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4AF6EA4-224F-4856-BFB3-7EDD41BF4C6C}">
      <dsp:nvSpPr>
        <dsp:cNvPr id="0" name=""/>
        <dsp:cNvSpPr/>
      </dsp:nvSpPr>
      <dsp:spPr>
        <a:xfrm>
          <a:off x="2123111" y="2152336"/>
          <a:ext cx="1279995" cy="895955"/>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Plan</a:t>
          </a:r>
        </a:p>
      </dsp:txBody>
      <dsp:txXfrm>
        <a:off x="2166856" y="2196081"/>
        <a:ext cx="1192505" cy="808465"/>
      </dsp:txXfrm>
    </dsp:sp>
    <dsp:sp modelId="{8EAF161E-54A1-469E-BCBD-28624235D871}">
      <dsp:nvSpPr>
        <dsp:cNvPr id="0" name=""/>
        <dsp:cNvSpPr/>
      </dsp:nvSpPr>
      <dsp:spPr>
        <a:xfrm>
          <a:off x="3403106" y="2237786"/>
          <a:ext cx="930946" cy="7241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Task List</a:t>
          </a:r>
        </a:p>
      </dsp:txBody>
      <dsp:txXfrm>
        <a:off x="3403106" y="2237786"/>
        <a:ext cx="930946" cy="724150"/>
      </dsp:txXfrm>
    </dsp:sp>
    <dsp:sp modelId="{216191A2-88C2-43F3-81D9-EBE07239BA67}">
      <dsp:nvSpPr>
        <dsp:cNvPr id="0" name=""/>
        <dsp:cNvSpPr/>
      </dsp:nvSpPr>
      <dsp:spPr>
        <a:xfrm>
          <a:off x="3184363" y="3158789"/>
          <a:ext cx="1279995" cy="895955"/>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Implement</a:t>
          </a:r>
        </a:p>
      </dsp:txBody>
      <dsp:txXfrm>
        <a:off x="3228108" y="3202534"/>
        <a:ext cx="1192505" cy="808465"/>
      </dsp:txXfrm>
    </dsp:sp>
    <dsp:sp modelId="{F25ED59C-D5F3-490A-A4D2-3BE8C3DBBA11}">
      <dsp:nvSpPr>
        <dsp:cNvPr id="0" name=""/>
        <dsp:cNvSpPr/>
      </dsp:nvSpPr>
      <dsp:spPr>
        <a:xfrm>
          <a:off x="4464358" y="3244239"/>
          <a:ext cx="930946" cy="7241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Code Generation</a:t>
          </a:r>
        </a:p>
      </dsp:txBody>
      <dsp:txXfrm>
        <a:off x="4464358" y="3244239"/>
        <a:ext cx="930946" cy="72415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7C6DA7-56B4-468C-AB85-F2B004655798}">
      <dsp:nvSpPr>
        <dsp:cNvPr id="0" name=""/>
        <dsp:cNvSpPr/>
      </dsp:nvSpPr>
      <dsp:spPr>
        <a:xfrm>
          <a:off x="977540" y="258396"/>
          <a:ext cx="3523107" cy="3523107"/>
        </a:xfrm>
        <a:prstGeom prst="pie">
          <a:avLst>
            <a:gd name="adj1" fmla="val 16200000"/>
            <a:gd name="adj2" fmla="val 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kern="1200" dirty="0"/>
            <a:t>1. Explore</a:t>
          </a:r>
        </a:p>
      </dsp:txBody>
      <dsp:txXfrm>
        <a:off x="2847722" y="988601"/>
        <a:ext cx="1300194" cy="964660"/>
      </dsp:txXfrm>
    </dsp:sp>
    <dsp:sp modelId="{900AC59E-CE9A-4E1F-A925-4C177A082EE6}">
      <dsp:nvSpPr>
        <dsp:cNvPr id="0" name=""/>
        <dsp:cNvSpPr/>
      </dsp:nvSpPr>
      <dsp:spPr>
        <a:xfrm>
          <a:off x="977540" y="376671"/>
          <a:ext cx="3523107" cy="3523107"/>
        </a:xfrm>
        <a:prstGeom prst="pie">
          <a:avLst>
            <a:gd name="adj1" fmla="val 0"/>
            <a:gd name="adj2" fmla="val 54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kern="1200"/>
            <a:t>2. </a:t>
          </a:r>
          <a:r>
            <a:rPr lang="en-US" sz="2900" kern="1200" dirty="0"/>
            <a:t>Propose</a:t>
          </a:r>
        </a:p>
      </dsp:txBody>
      <dsp:txXfrm>
        <a:off x="2847722" y="2204912"/>
        <a:ext cx="1300194" cy="964660"/>
      </dsp:txXfrm>
    </dsp:sp>
    <dsp:sp modelId="{692E1B4E-DA85-477C-B908-72E25E78DC78}">
      <dsp:nvSpPr>
        <dsp:cNvPr id="0" name=""/>
        <dsp:cNvSpPr/>
      </dsp:nvSpPr>
      <dsp:spPr>
        <a:xfrm>
          <a:off x="859264" y="376671"/>
          <a:ext cx="3523107" cy="3523107"/>
        </a:xfrm>
        <a:prstGeom prst="pie">
          <a:avLst>
            <a:gd name="adj1" fmla="val 5400000"/>
            <a:gd name="adj2" fmla="val 108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kern="1200"/>
            <a:t>3.  </a:t>
          </a:r>
          <a:r>
            <a:rPr lang="en-US" sz="2900" kern="1200" dirty="0"/>
            <a:t>Apply</a:t>
          </a:r>
        </a:p>
      </dsp:txBody>
      <dsp:txXfrm>
        <a:off x="1211994" y="2204912"/>
        <a:ext cx="1300194" cy="964660"/>
      </dsp:txXfrm>
    </dsp:sp>
    <dsp:sp modelId="{33124161-6B8D-4B23-A016-025CA9378E53}">
      <dsp:nvSpPr>
        <dsp:cNvPr id="0" name=""/>
        <dsp:cNvSpPr/>
      </dsp:nvSpPr>
      <dsp:spPr>
        <a:xfrm>
          <a:off x="859264" y="258396"/>
          <a:ext cx="3523107" cy="3523107"/>
        </a:xfrm>
        <a:prstGeom prst="pie">
          <a:avLst>
            <a:gd name="adj1" fmla="val 108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kern="1200"/>
            <a:t>4. </a:t>
          </a:r>
          <a:r>
            <a:rPr lang="en-US" sz="2900" kern="1200" dirty="0"/>
            <a:t>Archive</a:t>
          </a:r>
        </a:p>
      </dsp:txBody>
      <dsp:txXfrm>
        <a:off x="1211994" y="988601"/>
        <a:ext cx="1300194" cy="964660"/>
      </dsp:txXfrm>
    </dsp:sp>
    <dsp:sp modelId="{9478E59D-60CF-4D78-BB6A-7100E7DDEF04}">
      <dsp:nvSpPr>
        <dsp:cNvPr id="0" name=""/>
        <dsp:cNvSpPr/>
      </dsp:nvSpPr>
      <dsp:spPr>
        <a:xfrm>
          <a:off x="759443" y="40299"/>
          <a:ext cx="3959301" cy="3959301"/>
        </a:xfrm>
        <a:prstGeom prst="circularArrow">
          <a:avLst>
            <a:gd name="adj1" fmla="val 5085"/>
            <a:gd name="adj2" fmla="val 327528"/>
            <a:gd name="adj3" fmla="val 21272472"/>
            <a:gd name="adj4" fmla="val 1620000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E45B16E-1355-455D-BA61-CA6173E4B119}">
      <dsp:nvSpPr>
        <dsp:cNvPr id="0" name=""/>
        <dsp:cNvSpPr/>
      </dsp:nvSpPr>
      <dsp:spPr>
        <a:xfrm>
          <a:off x="759443" y="158574"/>
          <a:ext cx="3959301" cy="3959301"/>
        </a:xfrm>
        <a:prstGeom prst="circularArrow">
          <a:avLst>
            <a:gd name="adj1" fmla="val 5085"/>
            <a:gd name="adj2" fmla="val 327528"/>
            <a:gd name="adj3" fmla="val 5072472"/>
            <a:gd name="adj4" fmla="val 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E68F5FC-233A-4B3F-BBF9-20DAAFB008F0}">
      <dsp:nvSpPr>
        <dsp:cNvPr id="0" name=""/>
        <dsp:cNvSpPr/>
      </dsp:nvSpPr>
      <dsp:spPr>
        <a:xfrm>
          <a:off x="641167" y="158574"/>
          <a:ext cx="3959301" cy="3959301"/>
        </a:xfrm>
        <a:prstGeom prst="circularArrow">
          <a:avLst>
            <a:gd name="adj1" fmla="val 5085"/>
            <a:gd name="adj2" fmla="val 327528"/>
            <a:gd name="adj3" fmla="val 10472472"/>
            <a:gd name="adj4" fmla="val 540000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03488B9-28BA-425F-AFE9-DA44ABE525CD}">
      <dsp:nvSpPr>
        <dsp:cNvPr id="0" name=""/>
        <dsp:cNvSpPr/>
      </dsp:nvSpPr>
      <dsp:spPr>
        <a:xfrm>
          <a:off x="641167" y="40299"/>
          <a:ext cx="3959301" cy="3959301"/>
        </a:xfrm>
        <a:prstGeom prst="circularArrow">
          <a:avLst>
            <a:gd name="adj1" fmla="val 5085"/>
            <a:gd name="adj2" fmla="val 327528"/>
            <a:gd name="adj3" fmla="val 15872472"/>
            <a:gd name="adj4" fmla="val 1080000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7C6DA7-56B4-468C-AB85-F2B004655798}">
      <dsp:nvSpPr>
        <dsp:cNvPr id="0" name=""/>
        <dsp:cNvSpPr/>
      </dsp:nvSpPr>
      <dsp:spPr>
        <a:xfrm>
          <a:off x="977540" y="258396"/>
          <a:ext cx="3523107" cy="3523107"/>
        </a:xfrm>
        <a:prstGeom prst="pie">
          <a:avLst>
            <a:gd name="adj1" fmla="val 16200000"/>
            <a:gd name="adj2" fmla="val 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kern="1200" dirty="0"/>
            <a:t>1. Explore</a:t>
          </a:r>
        </a:p>
      </dsp:txBody>
      <dsp:txXfrm>
        <a:off x="2847722" y="988601"/>
        <a:ext cx="1300194" cy="964660"/>
      </dsp:txXfrm>
    </dsp:sp>
    <dsp:sp modelId="{900AC59E-CE9A-4E1F-A925-4C177A082EE6}">
      <dsp:nvSpPr>
        <dsp:cNvPr id="0" name=""/>
        <dsp:cNvSpPr/>
      </dsp:nvSpPr>
      <dsp:spPr>
        <a:xfrm>
          <a:off x="977540" y="376671"/>
          <a:ext cx="3523107" cy="3523107"/>
        </a:xfrm>
        <a:prstGeom prst="pie">
          <a:avLst>
            <a:gd name="adj1" fmla="val 0"/>
            <a:gd name="adj2" fmla="val 54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kern="1200" dirty="0"/>
            <a:t>2. Propose</a:t>
          </a:r>
        </a:p>
      </dsp:txBody>
      <dsp:txXfrm>
        <a:off x="2847722" y="2204912"/>
        <a:ext cx="1300194" cy="964660"/>
      </dsp:txXfrm>
    </dsp:sp>
    <dsp:sp modelId="{692E1B4E-DA85-477C-B908-72E25E78DC78}">
      <dsp:nvSpPr>
        <dsp:cNvPr id="0" name=""/>
        <dsp:cNvSpPr/>
      </dsp:nvSpPr>
      <dsp:spPr>
        <a:xfrm>
          <a:off x="859264" y="376671"/>
          <a:ext cx="3523107" cy="3523107"/>
        </a:xfrm>
        <a:prstGeom prst="pie">
          <a:avLst>
            <a:gd name="adj1" fmla="val 5400000"/>
            <a:gd name="adj2" fmla="val 108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kern="1200" dirty="0"/>
            <a:t>3.  Apply</a:t>
          </a:r>
        </a:p>
      </dsp:txBody>
      <dsp:txXfrm>
        <a:off x="1211994" y="2204912"/>
        <a:ext cx="1300194" cy="964660"/>
      </dsp:txXfrm>
    </dsp:sp>
    <dsp:sp modelId="{E0FF5EEA-694E-444C-AB5E-BDB98B887E2A}">
      <dsp:nvSpPr>
        <dsp:cNvPr id="0" name=""/>
        <dsp:cNvSpPr/>
      </dsp:nvSpPr>
      <dsp:spPr>
        <a:xfrm>
          <a:off x="859264" y="258396"/>
          <a:ext cx="3523107" cy="3523107"/>
        </a:xfrm>
        <a:prstGeom prst="pie">
          <a:avLst>
            <a:gd name="adj1" fmla="val 108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kern="1200" dirty="0"/>
            <a:t>4. Archive</a:t>
          </a:r>
        </a:p>
      </dsp:txBody>
      <dsp:txXfrm>
        <a:off x="1211994" y="988601"/>
        <a:ext cx="1300194" cy="964660"/>
      </dsp:txXfrm>
    </dsp:sp>
    <dsp:sp modelId="{9478E59D-60CF-4D78-BB6A-7100E7DDEF04}">
      <dsp:nvSpPr>
        <dsp:cNvPr id="0" name=""/>
        <dsp:cNvSpPr/>
      </dsp:nvSpPr>
      <dsp:spPr>
        <a:xfrm>
          <a:off x="759443" y="40299"/>
          <a:ext cx="3959301" cy="3959301"/>
        </a:xfrm>
        <a:prstGeom prst="circularArrow">
          <a:avLst>
            <a:gd name="adj1" fmla="val 5085"/>
            <a:gd name="adj2" fmla="val 327528"/>
            <a:gd name="adj3" fmla="val 21272472"/>
            <a:gd name="adj4" fmla="val 1620000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998EDA2-0B54-4A95-99B8-27BAC2F719C9}">
      <dsp:nvSpPr>
        <dsp:cNvPr id="0" name=""/>
        <dsp:cNvSpPr/>
      </dsp:nvSpPr>
      <dsp:spPr>
        <a:xfrm>
          <a:off x="759443" y="158574"/>
          <a:ext cx="3959301" cy="3959301"/>
        </a:xfrm>
        <a:prstGeom prst="circularArrow">
          <a:avLst>
            <a:gd name="adj1" fmla="val 5085"/>
            <a:gd name="adj2" fmla="val 327528"/>
            <a:gd name="adj3" fmla="val 5072472"/>
            <a:gd name="adj4" fmla="val 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A51EBF5-C1FD-4522-B2D4-5686EBBDFFCA}">
      <dsp:nvSpPr>
        <dsp:cNvPr id="0" name=""/>
        <dsp:cNvSpPr/>
      </dsp:nvSpPr>
      <dsp:spPr>
        <a:xfrm>
          <a:off x="641167" y="158574"/>
          <a:ext cx="3959301" cy="3959301"/>
        </a:xfrm>
        <a:prstGeom prst="circularArrow">
          <a:avLst>
            <a:gd name="adj1" fmla="val 5085"/>
            <a:gd name="adj2" fmla="val 327528"/>
            <a:gd name="adj3" fmla="val 10472472"/>
            <a:gd name="adj4" fmla="val 540000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D3221F8-9992-4AC2-BC62-CEC964FDD54A}">
      <dsp:nvSpPr>
        <dsp:cNvPr id="0" name=""/>
        <dsp:cNvSpPr/>
      </dsp:nvSpPr>
      <dsp:spPr>
        <a:xfrm>
          <a:off x="641167" y="40299"/>
          <a:ext cx="3959301" cy="3959301"/>
        </a:xfrm>
        <a:prstGeom prst="circularArrow">
          <a:avLst>
            <a:gd name="adj1" fmla="val 5085"/>
            <a:gd name="adj2" fmla="val 327528"/>
            <a:gd name="adj3" fmla="val 15872472"/>
            <a:gd name="adj4" fmla="val 1080000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9238A8-D989-4004-A67B-BD5C67112E42}">
      <dsp:nvSpPr>
        <dsp:cNvPr id="0" name=""/>
        <dsp:cNvSpPr/>
      </dsp:nvSpPr>
      <dsp:spPr>
        <a:xfrm>
          <a:off x="0" y="475"/>
          <a:ext cx="539496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F934ED7-E30A-41D6-AA21-D6F1C722531D}">
      <dsp:nvSpPr>
        <dsp:cNvPr id="0" name=""/>
        <dsp:cNvSpPr/>
      </dsp:nvSpPr>
      <dsp:spPr>
        <a:xfrm>
          <a:off x="0" y="475"/>
          <a:ext cx="5394960" cy="4326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Mary: Analyst</a:t>
          </a:r>
        </a:p>
      </dsp:txBody>
      <dsp:txXfrm>
        <a:off x="0" y="475"/>
        <a:ext cx="5394960" cy="432627"/>
      </dsp:txXfrm>
    </dsp:sp>
    <dsp:sp modelId="{B1E1AFA6-E14C-4CFE-B800-B08B59F30AE4}">
      <dsp:nvSpPr>
        <dsp:cNvPr id="0" name=""/>
        <dsp:cNvSpPr/>
      </dsp:nvSpPr>
      <dsp:spPr>
        <a:xfrm>
          <a:off x="0" y="433102"/>
          <a:ext cx="539496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6A1BDD0-AA60-4208-9E1B-1230F6F3E2BE}">
      <dsp:nvSpPr>
        <dsp:cNvPr id="0" name=""/>
        <dsp:cNvSpPr/>
      </dsp:nvSpPr>
      <dsp:spPr>
        <a:xfrm>
          <a:off x="0" y="433102"/>
          <a:ext cx="5394960" cy="4326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John: Product Manager</a:t>
          </a:r>
        </a:p>
      </dsp:txBody>
      <dsp:txXfrm>
        <a:off x="0" y="433102"/>
        <a:ext cx="5394960" cy="432627"/>
      </dsp:txXfrm>
    </dsp:sp>
    <dsp:sp modelId="{AD29E380-701A-4EAB-AC18-486CF6834F01}">
      <dsp:nvSpPr>
        <dsp:cNvPr id="0" name=""/>
        <dsp:cNvSpPr/>
      </dsp:nvSpPr>
      <dsp:spPr>
        <a:xfrm>
          <a:off x="0" y="865729"/>
          <a:ext cx="539496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47403C-A175-4EDD-9DF4-0E5E56E47B11}">
      <dsp:nvSpPr>
        <dsp:cNvPr id="0" name=""/>
        <dsp:cNvSpPr/>
      </dsp:nvSpPr>
      <dsp:spPr>
        <a:xfrm>
          <a:off x="0" y="865729"/>
          <a:ext cx="5394960" cy="4326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Winston: Architect</a:t>
          </a:r>
        </a:p>
      </dsp:txBody>
      <dsp:txXfrm>
        <a:off x="0" y="865729"/>
        <a:ext cx="5394960" cy="432627"/>
      </dsp:txXfrm>
    </dsp:sp>
    <dsp:sp modelId="{4A349031-4928-4D89-9572-19B43A446E79}">
      <dsp:nvSpPr>
        <dsp:cNvPr id="0" name=""/>
        <dsp:cNvSpPr/>
      </dsp:nvSpPr>
      <dsp:spPr>
        <a:xfrm>
          <a:off x="0" y="1298356"/>
          <a:ext cx="539496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0547A2E-35ED-40D2-922A-28246AA8B14D}">
      <dsp:nvSpPr>
        <dsp:cNvPr id="0" name=""/>
        <dsp:cNvSpPr/>
      </dsp:nvSpPr>
      <dsp:spPr>
        <a:xfrm>
          <a:off x="0" y="1298356"/>
          <a:ext cx="5394960" cy="4326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Bob: Scrum Master</a:t>
          </a:r>
        </a:p>
      </dsp:txBody>
      <dsp:txXfrm>
        <a:off x="0" y="1298356"/>
        <a:ext cx="5394960" cy="432627"/>
      </dsp:txXfrm>
    </dsp:sp>
    <dsp:sp modelId="{535DE501-FBFB-4FE2-99A3-A2530E743BF9}">
      <dsp:nvSpPr>
        <dsp:cNvPr id="0" name=""/>
        <dsp:cNvSpPr/>
      </dsp:nvSpPr>
      <dsp:spPr>
        <a:xfrm>
          <a:off x="0" y="1730983"/>
          <a:ext cx="539496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9B276C0-3E61-48CD-9DA3-8B60E0FA0529}">
      <dsp:nvSpPr>
        <dsp:cNvPr id="0" name=""/>
        <dsp:cNvSpPr/>
      </dsp:nvSpPr>
      <dsp:spPr>
        <a:xfrm>
          <a:off x="0" y="1730983"/>
          <a:ext cx="5394960" cy="4326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Amelia: Developer</a:t>
          </a:r>
        </a:p>
      </dsp:txBody>
      <dsp:txXfrm>
        <a:off x="0" y="1730983"/>
        <a:ext cx="5394960" cy="432627"/>
      </dsp:txXfrm>
    </dsp:sp>
    <dsp:sp modelId="{71E60CA6-773D-45B0-8840-B90397B04DFE}">
      <dsp:nvSpPr>
        <dsp:cNvPr id="0" name=""/>
        <dsp:cNvSpPr/>
      </dsp:nvSpPr>
      <dsp:spPr>
        <a:xfrm>
          <a:off x="0" y="2163610"/>
          <a:ext cx="539496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45A3268-3B51-4006-BA0C-36120EDBE2D2}">
      <dsp:nvSpPr>
        <dsp:cNvPr id="0" name=""/>
        <dsp:cNvSpPr/>
      </dsp:nvSpPr>
      <dsp:spPr>
        <a:xfrm>
          <a:off x="0" y="2163610"/>
          <a:ext cx="5394960" cy="4326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Quinn: QA Engineer</a:t>
          </a:r>
        </a:p>
      </dsp:txBody>
      <dsp:txXfrm>
        <a:off x="0" y="2163610"/>
        <a:ext cx="5394960" cy="432627"/>
      </dsp:txXfrm>
    </dsp:sp>
    <dsp:sp modelId="{8DEB9F3A-CA2E-4139-97AB-921A4B9DD7C4}">
      <dsp:nvSpPr>
        <dsp:cNvPr id="0" name=""/>
        <dsp:cNvSpPr/>
      </dsp:nvSpPr>
      <dsp:spPr>
        <a:xfrm>
          <a:off x="0" y="2596237"/>
          <a:ext cx="539496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E8AC5FC-C982-48CD-9FC2-94636AD5DA7A}">
      <dsp:nvSpPr>
        <dsp:cNvPr id="0" name=""/>
        <dsp:cNvSpPr/>
      </dsp:nvSpPr>
      <dsp:spPr>
        <a:xfrm>
          <a:off x="0" y="2596237"/>
          <a:ext cx="5394960" cy="4326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Barry: Quick Solo Dev</a:t>
          </a:r>
        </a:p>
      </dsp:txBody>
      <dsp:txXfrm>
        <a:off x="0" y="2596237"/>
        <a:ext cx="5394960" cy="432627"/>
      </dsp:txXfrm>
    </dsp:sp>
    <dsp:sp modelId="{F836B1C8-D6CA-45A9-A59F-F7075986836C}">
      <dsp:nvSpPr>
        <dsp:cNvPr id="0" name=""/>
        <dsp:cNvSpPr/>
      </dsp:nvSpPr>
      <dsp:spPr>
        <a:xfrm>
          <a:off x="0" y="3028864"/>
          <a:ext cx="539496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7598CA8-2621-4B72-B4F1-0C3FBAD1942C}">
      <dsp:nvSpPr>
        <dsp:cNvPr id="0" name=""/>
        <dsp:cNvSpPr/>
      </dsp:nvSpPr>
      <dsp:spPr>
        <a:xfrm>
          <a:off x="0" y="3028864"/>
          <a:ext cx="5394960" cy="4326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Sally: UX Engineer</a:t>
          </a:r>
        </a:p>
      </dsp:txBody>
      <dsp:txXfrm>
        <a:off x="0" y="3028864"/>
        <a:ext cx="5394960" cy="432627"/>
      </dsp:txXfrm>
    </dsp:sp>
    <dsp:sp modelId="{B332D6C5-E216-4ECB-84B4-4B60EED32C6D}">
      <dsp:nvSpPr>
        <dsp:cNvPr id="0" name=""/>
        <dsp:cNvSpPr/>
      </dsp:nvSpPr>
      <dsp:spPr>
        <a:xfrm>
          <a:off x="0" y="3461491"/>
          <a:ext cx="539496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F0AB125-7A7B-4A74-9ACB-ABFA070D6E4A}">
      <dsp:nvSpPr>
        <dsp:cNvPr id="0" name=""/>
        <dsp:cNvSpPr/>
      </dsp:nvSpPr>
      <dsp:spPr>
        <a:xfrm>
          <a:off x="0" y="3461491"/>
          <a:ext cx="5394960" cy="4326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Paige: Technical Writer</a:t>
          </a:r>
        </a:p>
      </dsp:txBody>
      <dsp:txXfrm>
        <a:off x="0" y="3461491"/>
        <a:ext cx="5394960" cy="43262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F55678-EDD9-4FDD-AD93-86E45ACE13F3}">
      <dsp:nvSpPr>
        <dsp:cNvPr id="0" name=""/>
        <dsp:cNvSpPr/>
      </dsp:nvSpPr>
      <dsp:spPr>
        <a:xfrm>
          <a:off x="4924" y="972297"/>
          <a:ext cx="2153136" cy="195800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t>Analysis (Mary)</a:t>
          </a:r>
        </a:p>
        <a:p>
          <a:pPr marL="114300" lvl="1" indent="-114300" algn="l" defTabSz="622300">
            <a:lnSpc>
              <a:spcPct val="90000"/>
            </a:lnSpc>
            <a:spcBef>
              <a:spcPct val="0"/>
            </a:spcBef>
            <a:spcAft>
              <a:spcPct val="15000"/>
            </a:spcAft>
            <a:buChar char="•"/>
          </a:pPr>
          <a:r>
            <a:rPr lang="en-US" sz="1400" kern="1200" dirty="0"/>
            <a:t>Brainstorm</a:t>
          </a:r>
        </a:p>
        <a:p>
          <a:pPr marL="114300" lvl="1" indent="-114300" algn="l" defTabSz="622300">
            <a:lnSpc>
              <a:spcPct val="90000"/>
            </a:lnSpc>
            <a:spcBef>
              <a:spcPct val="0"/>
            </a:spcBef>
            <a:spcAft>
              <a:spcPct val="15000"/>
            </a:spcAft>
            <a:buChar char="•"/>
          </a:pPr>
          <a:r>
            <a:rPr lang="en-US" sz="1400" kern="1200" dirty="0"/>
            <a:t>Research</a:t>
          </a:r>
        </a:p>
        <a:p>
          <a:pPr marL="114300" lvl="1" indent="-114300" algn="l" defTabSz="622300">
            <a:lnSpc>
              <a:spcPct val="90000"/>
            </a:lnSpc>
            <a:spcBef>
              <a:spcPct val="0"/>
            </a:spcBef>
            <a:spcAft>
              <a:spcPct val="15000"/>
            </a:spcAft>
            <a:buChar char="•"/>
          </a:pPr>
          <a:r>
            <a:rPr lang="en-US" sz="1400" kern="1200" dirty="0"/>
            <a:t>Product Brief</a:t>
          </a:r>
        </a:p>
      </dsp:txBody>
      <dsp:txXfrm>
        <a:off x="62272" y="1029645"/>
        <a:ext cx="2038440" cy="1843312"/>
      </dsp:txXfrm>
    </dsp:sp>
    <dsp:sp modelId="{42CDF678-AEAC-42F6-BB0C-911FC51B7D96}">
      <dsp:nvSpPr>
        <dsp:cNvPr id="0" name=""/>
        <dsp:cNvSpPr/>
      </dsp:nvSpPr>
      <dsp:spPr>
        <a:xfrm>
          <a:off x="2373375" y="1684312"/>
          <a:ext cx="456465" cy="53397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2373375" y="1791107"/>
        <a:ext cx="319526" cy="320387"/>
      </dsp:txXfrm>
    </dsp:sp>
    <dsp:sp modelId="{B438B734-8C22-4D45-B26F-E2805B86AB83}">
      <dsp:nvSpPr>
        <dsp:cNvPr id="0" name=""/>
        <dsp:cNvSpPr/>
      </dsp:nvSpPr>
      <dsp:spPr>
        <a:xfrm>
          <a:off x="3019316" y="972297"/>
          <a:ext cx="2153136" cy="195800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t>Planning</a:t>
          </a:r>
        </a:p>
        <a:p>
          <a:pPr marL="114300" lvl="1" indent="-114300" algn="l" defTabSz="622300">
            <a:lnSpc>
              <a:spcPct val="90000"/>
            </a:lnSpc>
            <a:spcBef>
              <a:spcPct val="0"/>
            </a:spcBef>
            <a:spcAft>
              <a:spcPct val="15000"/>
            </a:spcAft>
            <a:buChar char="•"/>
          </a:pPr>
          <a:r>
            <a:rPr lang="en-US" sz="1400" kern="1200" dirty="0"/>
            <a:t>PRD (John)</a:t>
          </a:r>
        </a:p>
        <a:p>
          <a:pPr marL="114300" lvl="1" indent="-114300" algn="l" defTabSz="622300">
            <a:lnSpc>
              <a:spcPct val="90000"/>
            </a:lnSpc>
            <a:spcBef>
              <a:spcPct val="0"/>
            </a:spcBef>
            <a:spcAft>
              <a:spcPct val="15000"/>
            </a:spcAft>
            <a:buChar char="•"/>
          </a:pPr>
          <a:r>
            <a:rPr lang="en-US" sz="1400" kern="1200" dirty="0"/>
            <a:t>UX Design (Sally)</a:t>
          </a:r>
        </a:p>
      </dsp:txBody>
      <dsp:txXfrm>
        <a:off x="3076664" y="1029645"/>
        <a:ext cx="2038440" cy="1843312"/>
      </dsp:txXfrm>
    </dsp:sp>
    <dsp:sp modelId="{29960765-065E-4AC6-98A6-703CB47C28A6}">
      <dsp:nvSpPr>
        <dsp:cNvPr id="0" name=""/>
        <dsp:cNvSpPr/>
      </dsp:nvSpPr>
      <dsp:spPr>
        <a:xfrm>
          <a:off x="5387766" y="1684312"/>
          <a:ext cx="456465" cy="53397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5387766" y="1791107"/>
        <a:ext cx="319526" cy="320387"/>
      </dsp:txXfrm>
    </dsp:sp>
    <dsp:sp modelId="{8737EEFB-739E-4235-9818-750D403E46FB}">
      <dsp:nvSpPr>
        <dsp:cNvPr id="0" name=""/>
        <dsp:cNvSpPr/>
      </dsp:nvSpPr>
      <dsp:spPr>
        <a:xfrm>
          <a:off x="6033707" y="972297"/>
          <a:ext cx="2153136" cy="195800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t>Solutioning</a:t>
          </a:r>
        </a:p>
        <a:p>
          <a:pPr marL="114300" lvl="1" indent="-114300" algn="l" defTabSz="622300">
            <a:lnSpc>
              <a:spcPct val="90000"/>
            </a:lnSpc>
            <a:spcBef>
              <a:spcPct val="0"/>
            </a:spcBef>
            <a:spcAft>
              <a:spcPct val="15000"/>
            </a:spcAft>
            <a:buChar char="•"/>
          </a:pPr>
          <a:r>
            <a:rPr lang="en-US" sz="1400" kern="1200" dirty="0"/>
            <a:t>Architecture (Winston)</a:t>
          </a:r>
        </a:p>
        <a:p>
          <a:pPr marL="114300" lvl="1" indent="-114300" algn="l" defTabSz="622300">
            <a:lnSpc>
              <a:spcPct val="90000"/>
            </a:lnSpc>
            <a:spcBef>
              <a:spcPct val="0"/>
            </a:spcBef>
            <a:spcAft>
              <a:spcPct val="15000"/>
            </a:spcAft>
            <a:buChar char="•"/>
          </a:pPr>
          <a:r>
            <a:rPr lang="en-US" sz="1400" kern="1200" dirty="0"/>
            <a:t>Epics and Stories (John)</a:t>
          </a:r>
        </a:p>
        <a:p>
          <a:pPr marL="114300" lvl="1" indent="-114300" algn="l" defTabSz="622300">
            <a:lnSpc>
              <a:spcPct val="90000"/>
            </a:lnSpc>
            <a:spcBef>
              <a:spcPct val="0"/>
            </a:spcBef>
            <a:spcAft>
              <a:spcPct val="15000"/>
            </a:spcAft>
            <a:buChar char="•"/>
          </a:pPr>
          <a:r>
            <a:rPr lang="en-US" sz="1400" kern="1200" dirty="0"/>
            <a:t>Readiness (John)</a:t>
          </a:r>
        </a:p>
      </dsp:txBody>
      <dsp:txXfrm>
        <a:off x="6091055" y="1029645"/>
        <a:ext cx="2038440" cy="1843312"/>
      </dsp:txXfrm>
    </dsp:sp>
    <dsp:sp modelId="{2336F366-8224-4621-8668-53C60D96C9B8}">
      <dsp:nvSpPr>
        <dsp:cNvPr id="0" name=""/>
        <dsp:cNvSpPr/>
      </dsp:nvSpPr>
      <dsp:spPr>
        <a:xfrm>
          <a:off x="8402158" y="1684312"/>
          <a:ext cx="456465" cy="53397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8402158" y="1791107"/>
        <a:ext cx="319526" cy="320387"/>
      </dsp:txXfrm>
    </dsp:sp>
    <dsp:sp modelId="{EA4318CD-3F72-4695-ACF8-CB3B5D7C527B}">
      <dsp:nvSpPr>
        <dsp:cNvPr id="0" name=""/>
        <dsp:cNvSpPr/>
      </dsp:nvSpPr>
      <dsp:spPr>
        <a:xfrm>
          <a:off x="9048099" y="972297"/>
          <a:ext cx="2153136" cy="195800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t>Implementation</a:t>
          </a:r>
        </a:p>
        <a:p>
          <a:pPr marL="114300" lvl="1" indent="-114300" algn="l" defTabSz="622300">
            <a:lnSpc>
              <a:spcPct val="90000"/>
            </a:lnSpc>
            <a:spcBef>
              <a:spcPct val="0"/>
            </a:spcBef>
            <a:spcAft>
              <a:spcPct val="15000"/>
            </a:spcAft>
            <a:buChar char="•"/>
          </a:pPr>
          <a:r>
            <a:rPr lang="en-US" sz="1400" kern="1200" dirty="0"/>
            <a:t>Sprint Planning (Bob)</a:t>
          </a:r>
        </a:p>
        <a:p>
          <a:pPr marL="114300" lvl="1" indent="-114300" algn="l" defTabSz="622300">
            <a:lnSpc>
              <a:spcPct val="90000"/>
            </a:lnSpc>
            <a:spcBef>
              <a:spcPct val="0"/>
            </a:spcBef>
            <a:spcAft>
              <a:spcPct val="15000"/>
            </a:spcAft>
            <a:buChar char="•"/>
          </a:pPr>
          <a:r>
            <a:rPr lang="en-US" sz="1400" kern="1200" dirty="0"/>
            <a:t>Create Story (Bob)</a:t>
          </a:r>
        </a:p>
        <a:p>
          <a:pPr marL="114300" lvl="1" indent="-114300" algn="l" defTabSz="622300">
            <a:lnSpc>
              <a:spcPct val="90000"/>
            </a:lnSpc>
            <a:spcBef>
              <a:spcPct val="0"/>
            </a:spcBef>
            <a:spcAft>
              <a:spcPct val="15000"/>
            </a:spcAft>
            <a:buChar char="•"/>
          </a:pPr>
          <a:r>
            <a:rPr lang="en-US" sz="1400" kern="1200" dirty="0">
              <a:solidFill>
                <a:srgbClr val="FFFF00"/>
              </a:solidFill>
            </a:rPr>
            <a:t>Dev Story (Amelia)</a:t>
          </a:r>
        </a:p>
        <a:p>
          <a:pPr marL="114300" lvl="1" indent="-114300" algn="l" defTabSz="622300">
            <a:lnSpc>
              <a:spcPct val="90000"/>
            </a:lnSpc>
            <a:spcBef>
              <a:spcPct val="0"/>
            </a:spcBef>
            <a:spcAft>
              <a:spcPct val="15000"/>
            </a:spcAft>
            <a:buChar char="•"/>
          </a:pPr>
          <a:r>
            <a:rPr lang="en-US" sz="1400" kern="1200" dirty="0">
              <a:solidFill>
                <a:srgbClr val="FFFF00"/>
              </a:solidFill>
            </a:rPr>
            <a:t>Code Review (Amelia)</a:t>
          </a:r>
        </a:p>
        <a:p>
          <a:pPr marL="114300" lvl="1" indent="-114300" algn="l" defTabSz="622300">
            <a:lnSpc>
              <a:spcPct val="90000"/>
            </a:lnSpc>
            <a:spcBef>
              <a:spcPct val="0"/>
            </a:spcBef>
            <a:spcAft>
              <a:spcPct val="15000"/>
            </a:spcAft>
            <a:buChar char="•"/>
          </a:pPr>
          <a:r>
            <a:rPr lang="en-US" sz="1400" kern="1200" dirty="0"/>
            <a:t>Correct Course (John)</a:t>
          </a:r>
        </a:p>
        <a:p>
          <a:pPr marL="114300" lvl="1" indent="-114300" algn="l" defTabSz="622300">
            <a:lnSpc>
              <a:spcPct val="90000"/>
            </a:lnSpc>
            <a:spcBef>
              <a:spcPct val="0"/>
            </a:spcBef>
            <a:spcAft>
              <a:spcPct val="15000"/>
            </a:spcAft>
            <a:buChar char="•"/>
          </a:pPr>
          <a:r>
            <a:rPr lang="en-US" sz="1400" kern="1200" dirty="0"/>
            <a:t>Retrospective (Bob)</a:t>
          </a:r>
        </a:p>
      </dsp:txBody>
      <dsp:txXfrm>
        <a:off x="9105447" y="1029645"/>
        <a:ext cx="2038440" cy="1843312"/>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3.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4.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7.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9.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6">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7">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8">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9">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10/16/2026</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10/16/2026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22163804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Encourage collaboration.</a:t>
            </a:r>
          </a:p>
          <a:p>
            <a:endParaRPr lang="en-US" dirty="0"/>
          </a:p>
        </p:txBody>
      </p:sp>
      <p:sp>
        <p:nvSpPr>
          <p:cNvPr id="4" name="Slide Number Placeholder 3"/>
          <p:cNvSpPr>
            <a:spLocks noGrp="1"/>
          </p:cNvSpPr>
          <p:nvPr>
            <p:ph type="sldNum" sz="quarter" idx="5"/>
          </p:nvPr>
        </p:nvSpPr>
        <p:spPr/>
        <p:txBody>
          <a:bodyPr/>
          <a:lstStyle/>
          <a:p>
            <a:fld id="{172E2218-332F-2046-8919-12C975A973BC}" type="slidenum">
              <a:rPr lang="en-US" smtClean="0"/>
              <a:t>2</a:t>
            </a:fld>
            <a:endParaRPr lang="en-US"/>
          </a:p>
        </p:txBody>
      </p:sp>
    </p:spTree>
    <p:extLst>
      <p:ext uri="{BB962C8B-B14F-4D97-AF65-F5344CB8AC3E}">
        <p14:creationId xmlns:p14="http://schemas.microsoft.com/office/powerpoint/2010/main" val="31255981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B3BAF-01F8-3E94-0039-631B9872E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2E4967-C107-9BED-6DCC-EEF4B50ADC8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7D65C29-FC7D-194A-8FC2-5EC36C928B7C}"/>
              </a:ext>
            </a:extLst>
          </p:cNvPr>
          <p:cNvSpPr>
            <a:spLocks noGrp="1"/>
          </p:cNvSpPr>
          <p:nvPr>
            <p:ph type="body" idx="1"/>
          </p:nvPr>
        </p:nvSpPr>
        <p:spPr/>
        <p:txBody>
          <a:bodyPr/>
          <a:lstStyle/>
          <a:p>
            <a:r>
              <a:rPr lang="en-US" dirty="0"/>
              <a:t>This is the maturity progression. Everyone is somewhere on here, both personally and in their department. This typically doesn't apply to an organization as a whole because it's domain-specific — your sales department may be in a different place than your engineering department.</a:t>
            </a:r>
          </a:p>
          <a:p>
            <a:r>
              <a:rPr lang="en-US" dirty="0"/>
              <a:t>Stage 0 (Zero AI): You don't use AI for work. Maybe you write a Valentine's note with ChatGPT, but that's not work output.</a:t>
            </a:r>
          </a:p>
        </p:txBody>
      </p:sp>
      <p:sp>
        <p:nvSpPr>
          <p:cNvPr id="4" name="Slide Number Placeholder 3">
            <a:extLst>
              <a:ext uri="{FF2B5EF4-FFF2-40B4-BE49-F238E27FC236}">
                <a16:creationId xmlns:a16="http://schemas.microsoft.com/office/drawing/2014/main" id="{04784857-B847-3108-7E06-5690A7FFD042}"/>
              </a:ext>
            </a:extLst>
          </p:cNvPr>
          <p:cNvSpPr>
            <a:spLocks noGrp="1"/>
          </p:cNvSpPr>
          <p:nvPr>
            <p:ph type="sldNum" sz="quarter" idx="5"/>
          </p:nvPr>
        </p:nvSpPr>
        <p:spPr/>
        <p:txBody>
          <a:bodyPr/>
          <a:lstStyle/>
          <a:p>
            <a:fld id="{3BDEB2A5-DDCF-604F-A595-5664085F7F7D}" type="slidenum">
              <a:rPr lang="en-MX" smtClean="0"/>
              <a:t>3</a:t>
            </a:fld>
            <a:endParaRPr lang="en-MX"/>
          </a:p>
        </p:txBody>
      </p:sp>
    </p:spTree>
    <p:extLst>
      <p:ext uri="{BB962C8B-B14F-4D97-AF65-F5344CB8AC3E}">
        <p14:creationId xmlns:p14="http://schemas.microsoft.com/office/powerpoint/2010/main" val="22868809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class is designed as a natural continuation of the existing “Core AI Skills” training, which introduced large language models (LLMs), and Prompt/Context engineering.</a:t>
            </a:r>
          </a:p>
          <a:p>
            <a:endParaRPr lang="en-US" dirty="0"/>
          </a:p>
          <a:p>
            <a:r>
              <a:rPr lang="en-US" dirty="0"/>
              <a:t>While those foundations focused on capabilities—what modern AI tools can do—this session deliberately shifts attention to workflow. As AI becomes more deeply embedded in daily development, the limiting factor is no longer access to powerful models, but the consistency and reliability of the development process itself.</a:t>
            </a:r>
          </a:p>
          <a:p>
            <a:endParaRPr lang="en-US" dirty="0"/>
          </a:p>
          <a:p>
            <a:r>
              <a:rPr lang="en-US" dirty="0"/>
              <a:t>Many teams experience a productivity spike when first adopting AI, followed by frustration as systems become harder to reason about, review, and evolve. This session exists to address that gap. Its goal is not to teach new AI features or prompts, but to explain how engineers can structure their work so that AI assistance produces predictable, reviewable, and maintainable outcomes. At a high level, this means moving away from ad‑hoc interactions with AI tools and toward workflows that make intent explicit and durable.</a:t>
            </a:r>
          </a:p>
          <a:p>
            <a:endParaRPr lang="en-US" dirty="0"/>
          </a:p>
          <a:p>
            <a:r>
              <a:rPr lang="en-US" dirty="0"/>
              <a:t>The emphasis is on conceptual with a brief opportunity for hands-on learning. Attendees should leave with a shared vocabulary, a clear understanding of why their current approach may not scale, and awareness of concrete tools, such as </a:t>
            </a:r>
            <a:r>
              <a:rPr lang="en-US" dirty="0" err="1"/>
              <a:t>OpenSpec</a:t>
            </a:r>
            <a:r>
              <a:rPr lang="en-US" dirty="0"/>
              <a:t> and BMAD, that operationalize a more disciplined approach called Spec‑Driven Development. The intent is to spark curiosity and alignment, preparing participants for deeper workshops or experimentation on their own teams.</a:t>
            </a:r>
          </a:p>
        </p:txBody>
      </p:sp>
      <p:sp>
        <p:nvSpPr>
          <p:cNvPr id="4" name="Slide Number Placeholder 3"/>
          <p:cNvSpPr>
            <a:spLocks noGrp="1"/>
          </p:cNvSpPr>
          <p:nvPr>
            <p:ph type="sldNum" sz="quarter" idx="5"/>
          </p:nvPr>
        </p:nvSpPr>
        <p:spPr/>
        <p:txBody>
          <a:bodyPr/>
          <a:lstStyle/>
          <a:p>
            <a:fld id="{38EFF46E-6B43-41F9-9272-B566D03A251C}" type="slidenum">
              <a:rPr lang="en-US" smtClean="0"/>
              <a:t>4</a:t>
            </a:fld>
            <a:endParaRPr lang="en-US"/>
          </a:p>
        </p:txBody>
      </p:sp>
    </p:spTree>
    <p:extLst>
      <p:ext uri="{BB962C8B-B14F-4D97-AF65-F5344CB8AC3E}">
        <p14:creationId xmlns:p14="http://schemas.microsoft.com/office/powerpoint/2010/main" val="38807607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Vibe coding refers to an informal, improvisational style of AI-assisted development where engineers describe what they want in a prompt, review the generated code, provide feedback, and repeat this loop until something appears to work. This approach feels fast and intuitive, especially when paired with chat-based interfaces and powerful code-generating models.</a:t>
            </a:r>
          </a:p>
          <a:p>
            <a:endParaRPr lang="en-US" dirty="0"/>
          </a:p>
          <a:p>
            <a:r>
              <a:rPr lang="en-US" dirty="0"/>
              <a:t>For early exploration, prototypes, hackathon projects, and personal experiments, vibe coding can be genuinely effective. It minimizes upfront friction and encourages creative momentum by allowing developers to immediately see results and refine them. However, the core characteristic of vibe coding is that intent mostly lives in transient conversations rather than in durable artifacts. Each iteration often focuses narrowly on the current problem, implicitly relying on the AI to remember and respect earlier decisions. As a result, assumptions quietly accumulate, and constraints are reinterpreted or lost as the conversation evolves.</a:t>
            </a:r>
          </a:p>
          <a:p>
            <a:endParaRPr lang="en-US" dirty="0"/>
          </a:p>
          <a:p>
            <a:r>
              <a:rPr lang="en-US" dirty="0"/>
              <a:t>While this may not matter for throwaway work, it becomes risky as soon as code is shared with others, expected to evolve over time, or held to production standards. Understanding vibe coding as a valid but limited technique is essential to appreciating why more structured approaches exist. The problem is not that vibe coding is “wrong,” but that it optimizes for short-term speed at the expense of long-term clarity and stability.</a:t>
            </a:r>
          </a:p>
        </p:txBody>
      </p:sp>
      <p:sp>
        <p:nvSpPr>
          <p:cNvPr id="4" name="Slide Number Placeholder 3"/>
          <p:cNvSpPr>
            <a:spLocks noGrp="1"/>
          </p:cNvSpPr>
          <p:nvPr>
            <p:ph type="sldNum" sz="quarter" idx="5"/>
          </p:nvPr>
        </p:nvSpPr>
        <p:spPr/>
        <p:txBody>
          <a:bodyPr/>
          <a:lstStyle/>
          <a:p>
            <a:fld id="{38EFF46E-6B43-41F9-9272-B566D03A251C}" type="slidenum">
              <a:rPr lang="en-US" smtClean="0"/>
              <a:t>5</a:t>
            </a:fld>
            <a:endParaRPr lang="en-US"/>
          </a:p>
        </p:txBody>
      </p:sp>
    </p:spTree>
    <p:extLst>
      <p:ext uri="{BB962C8B-B14F-4D97-AF65-F5344CB8AC3E}">
        <p14:creationId xmlns:p14="http://schemas.microsoft.com/office/powerpoint/2010/main" val="16163884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As projects grow beyond trivial scope, vibe coding tends to reveal consistent failures. One of the most common is intent drift: with each new prompt and correction, the AI makes fresh assumptions to fill gaps in the request, sometimes overriding earlier decisions. Over time, the implemented behavior can subtly diverge from what was originally intended, even though each individual change seemed reasonable.</a:t>
            </a:r>
          </a:p>
          <a:p>
            <a:endParaRPr lang="en-US" dirty="0"/>
          </a:p>
          <a:p>
            <a:r>
              <a:rPr lang="en-US" dirty="0"/>
              <a:t>Another issue is the proliferation of hidden assumptions. Because requirements and constraints are not explicitly captured, the resulting code may encode choices that are invisible to reviewers and future maintainers. This makes code reviews harder, as reviewers see what was built but lack insight into why it was built that way or which alternatives were considered. Regression risk also increases, because modifying one area may accidentally undo behavior that was only implicitly specified.</a:t>
            </a:r>
          </a:p>
          <a:p>
            <a:endParaRPr lang="en-US" dirty="0"/>
          </a:p>
          <a:p>
            <a:r>
              <a:rPr lang="en-US" dirty="0"/>
              <a:t>Finally, when intent lives primarily in chat history, context is fragile. New team members, new AI sessions, or even a break of a few days can erase critical understanding. The cumulative effect is that teams spend more time debugging, re‑explaining requirements, and reworking features than they saved during initial implementation. These breakdowns are not caused by weak models; they are a consequence of an unstructured workflow.</a:t>
            </a:r>
          </a:p>
          <a:p>
            <a:endParaRPr lang="en-US" dirty="0"/>
          </a:p>
        </p:txBody>
      </p:sp>
      <p:sp>
        <p:nvSpPr>
          <p:cNvPr id="4" name="Slide Number Placeholder 3"/>
          <p:cNvSpPr>
            <a:spLocks noGrp="1"/>
          </p:cNvSpPr>
          <p:nvPr>
            <p:ph type="sldNum" sz="quarter" idx="5"/>
          </p:nvPr>
        </p:nvSpPr>
        <p:spPr/>
        <p:txBody>
          <a:bodyPr/>
          <a:lstStyle/>
          <a:p>
            <a:fld id="{38EFF46E-6B43-41F9-9272-B566D03A251C}" type="slidenum">
              <a:rPr lang="en-US" smtClean="0"/>
              <a:t>6</a:t>
            </a:fld>
            <a:endParaRPr lang="en-US"/>
          </a:p>
        </p:txBody>
      </p:sp>
    </p:spTree>
    <p:extLst>
      <p:ext uri="{BB962C8B-B14F-4D97-AF65-F5344CB8AC3E}">
        <p14:creationId xmlns:p14="http://schemas.microsoft.com/office/powerpoint/2010/main" val="7229578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Spec‑Driven Development is an approach that treats specifications as the primary source of truth in the development process. Instead of jumping directly from a prompt to code, teams first externalize intent in the form of explicit, reviewable artifacts that describe what the system should do and why. </a:t>
            </a:r>
          </a:p>
          <a:p>
            <a:endParaRPr lang="en-US" dirty="0"/>
          </a:p>
          <a:p>
            <a:r>
              <a:rPr lang="en-US" dirty="0"/>
              <a:t>In SDD, code is understood as an implementation detail—one possible realization of decisions that have already been articulated and agreed upon. This does not imply heavy documentation or waterfall-style upfront planning. Rather, specs are lightweight, iterative, and closely tied to actual development work. They evolve alongside the code and can be revised as understanding improves. </a:t>
            </a:r>
          </a:p>
          <a:p>
            <a:endParaRPr lang="en-US" dirty="0"/>
          </a:p>
          <a:p>
            <a:r>
              <a:rPr lang="en-US" dirty="0"/>
              <a:t>A useful way to think about SDD is as version control for intent: just as Git records how code changes over time, specifications record how understanding and requirements change. When AI agents are involved, this distinction becomes even more important. Specs provide stable context that persists beyond any single chat session, ensuring that both humans and machines are aligned. By making intent explicit, SDD reduces ambiguity, improves reviewability, and creates a shared reference point that supports collaboration and long-term maintainability.</a:t>
            </a:r>
          </a:p>
        </p:txBody>
      </p:sp>
      <p:sp>
        <p:nvSpPr>
          <p:cNvPr id="4" name="Slide Number Placeholder 3"/>
          <p:cNvSpPr>
            <a:spLocks noGrp="1"/>
          </p:cNvSpPr>
          <p:nvPr>
            <p:ph type="sldNum" sz="quarter" idx="5"/>
          </p:nvPr>
        </p:nvSpPr>
        <p:spPr/>
        <p:txBody>
          <a:bodyPr/>
          <a:lstStyle/>
          <a:p>
            <a:fld id="{38EFF46E-6B43-41F9-9272-B566D03A251C}" type="slidenum">
              <a:rPr lang="en-US" smtClean="0"/>
              <a:t>7</a:t>
            </a:fld>
            <a:endParaRPr lang="en-US"/>
          </a:p>
        </p:txBody>
      </p:sp>
    </p:spTree>
    <p:extLst>
      <p:ext uri="{BB962C8B-B14F-4D97-AF65-F5344CB8AC3E}">
        <p14:creationId xmlns:p14="http://schemas.microsoft.com/office/powerpoint/2010/main" val="18581216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effective AI‑ready specification focuses on clarity rather than volume. Its purpose is to reduce guesswork, not to exhaustively describe every implementation detail.</a:t>
            </a:r>
          </a:p>
          <a:p>
            <a:endParaRPr lang="en-US" dirty="0"/>
          </a:p>
          <a:p>
            <a:r>
              <a:rPr lang="en-US" dirty="0"/>
              <a:t>Key elements typically include clear behavioral descriptions, such as user scenarios and system responses, which define what success looks like from the outside. Acceptance criteria make these scenarios testable, providing concrete signals for both humans and AI agents to validate whether the work is complete. Constraints are equally important: non‑functional requirements related to performance, security, compliance, or architectural boundaries help prevent the AI from inventing solutions that are technically correct but contextually inappropriate. Explicit non‑goals or out‑of‑scope statements further reduce ambiguity by clarifying what should not be built.</a:t>
            </a:r>
          </a:p>
          <a:p>
            <a:endParaRPr lang="en-US" dirty="0"/>
          </a:p>
          <a:p>
            <a:r>
              <a:rPr lang="en-US" dirty="0"/>
              <a:t>Just as importantly, good specs live with the codebase. They are checked into version control, updated alongside implementation, and reviewed as part of normal development workflows. This proximity ensures that specs remain relevant and trusted, rather than becoming stale documents. When these elements are present, AI tools can operate with greater confidence and consistency, producing outputs that align with team expectations instead of improvising based on incomplete information.</a:t>
            </a:r>
          </a:p>
          <a:p>
            <a:endParaRPr lang="en-US" dirty="0"/>
          </a:p>
          <a:p>
            <a:r>
              <a:rPr lang="en-US" dirty="0"/>
              <a:t>SPECS LIVE WITH THE CODE BECAUSE THEY ARE JUST AS IMPORTANT AS THE CODE ITSELF!!!</a:t>
            </a:r>
          </a:p>
          <a:p>
            <a:endParaRPr lang="en-US" dirty="0"/>
          </a:p>
          <a:p>
            <a:r>
              <a:rPr lang="en-US" dirty="0"/>
              <a:t>RTCC</a:t>
            </a:r>
          </a:p>
          <a:p>
            <a:pPr marL="171450" indent="-171450">
              <a:buFontTx/>
              <a:buChar char="-"/>
            </a:pPr>
            <a:r>
              <a:rPr lang="en-US" dirty="0"/>
              <a:t>Role, Task, Context, Constraints</a:t>
            </a:r>
          </a:p>
          <a:p>
            <a:pPr marL="0" indent="0">
              <a:buFontTx/>
              <a:buNone/>
            </a:pPr>
            <a:endParaRPr lang="en-US" dirty="0"/>
          </a:p>
        </p:txBody>
      </p:sp>
      <p:sp>
        <p:nvSpPr>
          <p:cNvPr id="4" name="Slide Number Placeholder 3"/>
          <p:cNvSpPr>
            <a:spLocks noGrp="1"/>
          </p:cNvSpPr>
          <p:nvPr>
            <p:ph type="sldNum" sz="quarter" idx="5"/>
          </p:nvPr>
        </p:nvSpPr>
        <p:spPr/>
        <p:txBody>
          <a:bodyPr/>
          <a:lstStyle/>
          <a:p>
            <a:fld id="{38EFF46E-6B43-41F9-9272-B566D03A251C}" type="slidenum">
              <a:rPr lang="en-US" smtClean="0"/>
              <a:t>8</a:t>
            </a:fld>
            <a:endParaRPr lang="en-US"/>
          </a:p>
        </p:txBody>
      </p:sp>
    </p:spTree>
    <p:extLst>
      <p:ext uri="{BB962C8B-B14F-4D97-AF65-F5344CB8AC3E}">
        <p14:creationId xmlns:p14="http://schemas.microsoft.com/office/powerpoint/2010/main" val="28830025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“Okay, specs sound good… but how do we stop AI from going off the rails?”</a:t>
            </a: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The answer is tests.</a:t>
            </a:r>
          </a:p>
          <a:p>
            <a:pPr marL="0" marR="0" lvl="0" indent="0" algn="l" defTabSz="914400" rtl="0" eaLnBrk="1" fontAlgn="t"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The big mindset shift here is this:</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Specs explain the system to humans. Tests explain it to machines — including AI.</a:t>
            </a:r>
            <a:endParaRPr lang="en-US"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So the takeaway isn’t “everyone must become a TDD purist.”</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takeaway is: </a:t>
            </a:r>
            <a:r>
              <a:rPr lang="en-US" sz="1200" b="1" i="0" kern="1200" dirty="0">
                <a:solidFill>
                  <a:schemeClr val="tx1"/>
                </a:solidFill>
                <a:effectLst/>
                <a:latin typeface="+mn-lt"/>
                <a:ea typeface="+mn-ea"/>
                <a:cs typeface="+mn-cs"/>
              </a:rPr>
              <a:t>if you want AI to scale safely in real codebases, tests are the enforcement mechanism that makes Spec‑Driven Development stick.</a:t>
            </a: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Key takeaway:</a:t>
            </a:r>
            <a:r>
              <a:rPr lang="en-US" sz="1200" b="0" i="0" kern="1200" dirty="0">
                <a:solidFill>
                  <a:schemeClr val="tx1"/>
                </a:solidFill>
                <a:effectLst/>
                <a:latin typeface="+mn-lt"/>
                <a:ea typeface="+mn-ea"/>
                <a:cs typeface="+mn-cs"/>
              </a:rPr>
              <a:t> TDD isn’t optional ceremony in AI‑assisted development—it’s the safety rail that keeps Spec‑Driven Development from sliding back into vibe coding.</a:t>
            </a:r>
          </a:p>
          <a:p>
            <a:endParaRPr lang="en-US" dirty="0"/>
          </a:p>
          <a:p>
            <a:r>
              <a:rPr lang="en-US" b="1" dirty="0"/>
              <a:t>Brownfield Tip:</a:t>
            </a:r>
            <a:r>
              <a:rPr lang="en-US" dirty="0"/>
              <a:t> The first thing to do with an existing codebase is ask an LLM to generate documentation. The second thing to do is ask it to generate unit tests.</a:t>
            </a:r>
          </a:p>
          <a:p>
            <a:endParaRPr lang="en-US" dirty="0"/>
          </a:p>
        </p:txBody>
      </p:sp>
      <p:sp>
        <p:nvSpPr>
          <p:cNvPr id="4" name="Slide Number Placeholder 3"/>
          <p:cNvSpPr>
            <a:spLocks noGrp="1"/>
          </p:cNvSpPr>
          <p:nvPr>
            <p:ph type="sldNum" sz="quarter" idx="5"/>
          </p:nvPr>
        </p:nvSpPr>
        <p:spPr/>
        <p:txBody>
          <a:bodyPr/>
          <a:lstStyle/>
          <a:p>
            <a:fld id="{38EFF46E-6B43-41F9-9272-B566D03A251C}" type="slidenum">
              <a:rPr lang="en-US" smtClean="0"/>
              <a:t>9</a:t>
            </a:fld>
            <a:endParaRPr lang="en-US"/>
          </a:p>
        </p:txBody>
      </p:sp>
    </p:spTree>
    <p:extLst>
      <p:ext uri="{BB962C8B-B14F-4D97-AF65-F5344CB8AC3E}">
        <p14:creationId xmlns:p14="http://schemas.microsoft.com/office/powerpoint/2010/main" val="31357053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r>
              <a:rPr lang="en-US" dirty="0" err="1"/>
              <a:t>OpenSpec</a:t>
            </a:r>
            <a:r>
              <a:rPr lang="en-US" dirty="0"/>
              <a:t> is a lightweight framework designed to make Spec‑Driven Development practical and approachable, especially for individual developers and small teams. Its core value proposition is that it adds just enough structure to capture intent without imposing heavy process overhead.</a:t>
            </a:r>
          </a:p>
          <a:p>
            <a:endParaRPr lang="en-US" dirty="0"/>
          </a:p>
          <a:p>
            <a:r>
              <a:rPr lang="en-US" dirty="0" err="1"/>
              <a:t>OpenSpec</a:t>
            </a:r>
            <a:r>
              <a:rPr lang="en-US" dirty="0"/>
              <a:t> organizes specifications and changes directly within the repository, ensuring that the source of truth for system behavior lives alongside the code. A typical workflow involves creating a proposal for a change, defining the corresponding specification updates or deltas, breaking the work into explicit tasks, and then implementing those tasks systematically.</a:t>
            </a:r>
          </a:p>
          <a:p>
            <a:endParaRPr lang="en-US" dirty="0"/>
          </a:p>
          <a:p>
            <a:r>
              <a:rPr lang="en-US" dirty="0"/>
              <a:t>One of </a:t>
            </a:r>
            <a:r>
              <a:rPr lang="en-US" dirty="0" err="1"/>
              <a:t>OpenSpec’s</a:t>
            </a:r>
            <a:r>
              <a:rPr lang="en-US" dirty="0"/>
              <a:t> strengths is its emphasis on reviewing intent before writing code. By making spec changes explicit, reviewers can quickly understand the scope and rationale of a change without reading every line of implementation. This reduces cognitive load and improves alignment across the team.</a:t>
            </a:r>
          </a:p>
          <a:p>
            <a:endParaRPr lang="en-US" dirty="0"/>
          </a:p>
          <a:p>
            <a:r>
              <a:rPr lang="en-US" dirty="0"/>
              <a:t>Because </a:t>
            </a:r>
            <a:r>
              <a:rPr lang="en-US" dirty="0" err="1"/>
              <a:t>OpenSpec</a:t>
            </a:r>
            <a:r>
              <a:rPr lang="en-US" dirty="0"/>
              <a:t> is tool‑agnostic and integrates with many AI coding assistants, it fits naturally into existing environments. In the context of this class, </a:t>
            </a:r>
            <a:r>
              <a:rPr lang="en-US" dirty="0" err="1"/>
              <a:t>OpenSpec</a:t>
            </a:r>
            <a:r>
              <a:rPr lang="en-US" dirty="0"/>
              <a:t> serves as a concrete example of how SDD can be adopted incrementally, offering immediate benefits without requiring a wholesale transformation of development practices.</a:t>
            </a:r>
          </a:p>
          <a:p>
            <a:endParaRPr lang="en-US" dirty="0"/>
          </a:p>
        </p:txBody>
      </p:sp>
      <p:sp>
        <p:nvSpPr>
          <p:cNvPr id="4" name="Slide Number Placeholder 3"/>
          <p:cNvSpPr>
            <a:spLocks noGrp="1"/>
          </p:cNvSpPr>
          <p:nvPr>
            <p:ph type="sldNum" sz="quarter" idx="5"/>
          </p:nvPr>
        </p:nvSpPr>
        <p:spPr/>
        <p:txBody>
          <a:bodyPr/>
          <a:lstStyle/>
          <a:p>
            <a:fld id="{38EFF46E-6B43-41F9-9272-B566D03A251C}" type="slidenum">
              <a:rPr lang="en-US" smtClean="0"/>
              <a:t>10</a:t>
            </a:fld>
            <a:endParaRPr lang="en-US"/>
          </a:p>
        </p:txBody>
      </p:sp>
    </p:spTree>
    <p:extLst>
      <p:ext uri="{BB962C8B-B14F-4D97-AF65-F5344CB8AC3E}">
        <p14:creationId xmlns:p14="http://schemas.microsoft.com/office/powerpoint/2010/main" val="10975406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flow begins with a proposal that explains what is being changed and why, establishing shared understanding before any code is written. From there, the specification is updated or extended to reflect new behaviors or constraints, creating a clear contract for implementation. Tasks are then generated to translate the specification into manageable units of work. Only after these steps does implementation begin, guided by the agreed‑upon artifacts. Once the work is complete, the change is archived, and the updated specification becomes the new source of truth.</a:t>
            </a:r>
          </a:p>
          <a:p>
            <a:endParaRPr lang="en-US" dirty="0"/>
          </a:p>
          <a:p>
            <a:r>
              <a:rPr lang="en-US" dirty="0"/>
              <a:t>Walking through this sequence illustrates how </a:t>
            </a:r>
            <a:r>
              <a:rPr lang="en-US" dirty="0" err="1"/>
              <a:t>OpenSpec</a:t>
            </a:r>
            <a:r>
              <a:rPr lang="en-US" dirty="0"/>
              <a:t> transforms development from a conversational guessing game into an intent‑driven process. Even without writing code live, seeing the artifacts and their relationships helps attendees visualize how SDD reduces ambiguity and creates a durable trail of decisions that benefits both humans and AI agents over time.</a:t>
            </a:r>
          </a:p>
          <a:p>
            <a:endParaRPr lang="en-US" dirty="0"/>
          </a:p>
          <a:p>
            <a:r>
              <a:rPr lang="en-US" dirty="0"/>
              <a:t>Use the initial-prompt.md for the Bug Tracker App for the demo.</a:t>
            </a:r>
          </a:p>
          <a:p>
            <a:endParaRPr lang="en-US" dirty="0"/>
          </a:p>
          <a:p>
            <a:r>
              <a:rPr lang="en-US" dirty="0"/>
              <a:t>Supplementary sample prompt for /</a:t>
            </a:r>
            <a:r>
              <a:rPr lang="en-US" dirty="0" err="1"/>
              <a:t>opsx</a:t>
            </a:r>
            <a:r>
              <a:rPr lang="en-US" dirty="0"/>
              <a:t>-propose</a:t>
            </a:r>
          </a:p>
          <a:p>
            <a:endParaRPr lang="en-US" dirty="0"/>
          </a:p>
          <a:p>
            <a:r>
              <a:rPr lang="en-US" sz="1200" b="1" kern="1200" dirty="0">
                <a:solidFill>
                  <a:schemeClr val="tx1"/>
                </a:solidFill>
                <a:effectLst/>
                <a:latin typeface="+mn-lt"/>
                <a:ea typeface="+mn-ea"/>
                <a:cs typeface="+mn-cs"/>
              </a:rPr>
              <a:t># Initial Prompt</a:t>
            </a:r>
            <a:endParaRPr lang="en-US" sz="1200" b="0" kern="1200" dirty="0">
              <a:solidFill>
                <a:schemeClr val="tx1"/>
              </a:solidFill>
              <a:effectLst/>
              <a:latin typeface="+mn-lt"/>
              <a:ea typeface="+mn-ea"/>
              <a:cs typeface="+mn-cs"/>
            </a:endParaRP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Build a small mobile-first, frontend web application called 'Runaway Mouse' as a digital entertainment toy for a cat on a touchscreen device. The application should display a mouse that 'runs away' to a new pseudo-random position when tapped, increment a visible counter, and support rapid taps without glitches. Make sure the mouse always stays on the screen regardless of the screen size. It needs to be responsive and follow a Test-Driven Development (TDD) approach. This is a demo for a SDD presentation about </a:t>
            </a:r>
            <a:r>
              <a:rPr lang="en-US" sz="1200" b="0" kern="1200" dirty="0" err="1">
                <a:solidFill>
                  <a:schemeClr val="tx1"/>
                </a:solidFill>
                <a:effectLst/>
                <a:latin typeface="+mn-lt"/>
                <a:ea typeface="+mn-ea"/>
                <a:cs typeface="+mn-cs"/>
              </a:rPr>
              <a:t>OpenSpec</a:t>
            </a:r>
            <a:r>
              <a:rPr lang="en-US" sz="1200" b="0" kern="1200" dirty="0">
                <a:solidFill>
                  <a:schemeClr val="tx1"/>
                </a:solidFill>
                <a:effectLst/>
                <a:latin typeface="+mn-lt"/>
                <a:ea typeface="+mn-ea"/>
                <a:cs typeface="+mn-cs"/>
              </a:rPr>
              <a:t> so make it fast and simple. To reiterate, focus on simplicity and speed of development for the demo.</a:t>
            </a:r>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 Architecture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 Vanilla JavaScript: No framework dependencies for maximum performance</a:t>
            </a:r>
          </a:p>
          <a:p>
            <a:r>
              <a:rPr lang="en-US" sz="1200" b="0" kern="1200" dirty="0">
                <a:solidFill>
                  <a:schemeClr val="tx1"/>
                </a:solidFill>
                <a:effectLst/>
                <a:latin typeface="+mn-lt"/>
                <a:ea typeface="+mn-ea"/>
                <a:cs typeface="+mn-cs"/>
              </a:rPr>
              <a:t>- CSS3 Animations: Hardware-accelerated transitions for smooth movement</a:t>
            </a:r>
          </a:p>
          <a:p>
            <a:r>
              <a:rPr lang="en-US" sz="1200" b="0" kern="1200" dirty="0">
                <a:solidFill>
                  <a:schemeClr val="tx1"/>
                </a:solidFill>
                <a:effectLst/>
                <a:latin typeface="+mn-lt"/>
                <a:ea typeface="+mn-ea"/>
                <a:cs typeface="+mn-cs"/>
              </a:rPr>
              <a:t>- Touch Events: Native touch event handling for responsive interaction</a:t>
            </a:r>
          </a:p>
          <a:p>
            <a:r>
              <a:rPr lang="en-US" sz="1200" b="0" kern="1200" dirty="0">
                <a:solidFill>
                  <a:schemeClr val="tx1"/>
                </a:solidFill>
                <a:effectLst/>
                <a:latin typeface="+mn-lt"/>
                <a:ea typeface="+mn-ea"/>
                <a:cs typeface="+mn-cs"/>
              </a:rPr>
              <a:t>- Responsive Layout: Flexbox-based layout that adapts to any screen size</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38EFF46E-6B43-41F9-9272-B566D03A251C}" type="slidenum">
              <a:rPr lang="en-US" smtClean="0"/>
              <a:t>11</a:t>
            </a:fld>
            <a:endParaRPr lang="en-US"/>
          </a:p>
        </p:txBody>
      </p:sp>
    </p:spTree>
    <p:extLst>
      <p:ext uri="{BB962C8B-B14F-4D97-AF65-F5344CB8AC3E}">
        <p14:creationId xmlns:p14="http://schemas.microsoft.com/office/powerpoint/2010/main" val="24291452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Provide the initial-prompt.md file to learners. </a:t>
            </a:r>
            <a:r>
              <a:rPr lang="en-US" b="1" u="sng" dirty="0"/>
              <a:t>A reasonably strong model is best for generating specs</a:t>
            </a:r>
            <a:r>
              <a:rPr lang="en-US" dirty="0"/>
              <a:t>. Good results from Claude Sonnet 4.6 (non-thinking) and GPT 5.4.</a:t>
            </a:r>
          </a:p>
          <a:p>
            <a:endParaRPr lang="en-US" dirty="0"/>
          </a:p>
          <a:p>
            <a:r>
              <a:rPr lang="en-US" dirty="0"/>
              <a:t>They can prompt as follows:</a:t>
            </a:r>
          </a:p>
          <a:p>
            <a:endParaRPr lang="en-US" dirty="0"/>
          </a:p>
          <a:p>
            <a:r>
              <a:rPr lang="en-US" dirty="0"/>
              <a:t>    /</a:t>
            </a:r>
            <a:r>
              <a:rPr lang="en-US" dirty="0" err="1"/>
              <a:t>opsx</a:t>
            </a:r>
            <a:r>
              <a:rPr lang="en-US" dirty="0"/>
              <a:t>-propose create three proposals from @initial-prompt.md: create-bug, list-bugs, triage-bug.</a:t>
            </a:r>
          </a:p>
          <a:p>
            <a:endParaRPr lang="en-US" dirty="0"/>
          </a:p>
          <a:p>
            <a:r>
              <a:rPr lang="en-US" dirty="0"/>
              <a:t>Once the specs are created, they can inspect them. When ready they can move on to implement the first spec.</a:t>
            </a:r>
          </a:p>
          <a:p>
            <a:endParaRPr lang="en-US" dirty="0"/>
          </a:p>
          <a:p>
            <a:r>
              <a:rPr lang="en-US" dirty="0"/>
              <a:t>    /</a:t>
            </a:r>
            <a:r>
              <a:rPr lang="en-US" dirty="0" err="1"/>
              <a:t>opsx</a:t>
            </a:r>
            <a:r>
              <a:rPr lang="en-US" dirty="0"/>
              <a:t>-apply create-bug</a:t>
            </a:r>
          </a:p>
          <a:p>
            <a:endParaRPr lang="en-US" dirty="0"/>
          </a:p>
          <a:p>
            <a:r>
              <a:rPr lang="en-US" dirty="0"/>
              <a:t>There should be a README on the root to give instructions on how to run the app. Once satisfied, they can archive the spec and move onto the next one.</a:t>
            </a:r>
          </a:p>
          <a:p>
            <a:endParaRPr lang="en-US" dirty="0"/>
          </a:p>
          <a:p>
            <a:r>
              <a:rPr lang="en-US" dirty="0"/>
              <a:t>    /</a:t>
            </a:r>
            <a:r>
              <a:rPr lang="en-US" dirty="0" err="1"/>
              <a:t>opsx</a:t>
            </a:r>
            <a:r>
              <a:rPr lang="en-US" dirty="0"/>
              <a:t>-archive create-bug</a:t>
            </a:r>
          </a:p>
          <a:p>
            <a:endParaRPr lang="en-US" dirty="0"/>
          </a:p>
          <a:p>
            <a:r>
              <a:rPr lang="en-US" dirty="0"/>
              <a:t>    /</a:t>
            </a:r>
            <a:r>
              <a:rPr lang="en-US" dirty="0" err="1"/>
              <a:t>opsx</a:t>
            </a:r>
            <a:r>
              <a:rPr lang="en-US" dirty="0"/>
              <a:t>-apply list-bugs</a:t>
            </a:r>
          </a:p>
          <a:p>
            <a:endParaRPr lang="en-US" dirty="0"/>
          </a:p>
          <a:p>
            <a:r>
              <a:rPr lang="en-US" dirty="0" err="1"/>
              <a:t>Etc</a:t>
            </a:r>
            <a:r>
              <a:rPr lang="en-US" dirty="0"/>
              <a:t>…….</a:t>
            </a:r>
          </a:p>
          <a:p>
            <a:endParaRPr lang="en-US" dirty="0"/>
          </a:p>
        </p:txBody>
      </p:sp>
      <p:sp>
        <p:nvSpPr>
          <p:cNvPr id="4" name="Slide Number Placeholder 3"/>
          <p:cNvSpPr>
            <a:spLocks noGrp="1"/>
          </p:cNvSpPr>
          <p:nvPr>
            <p:ph type="sldNum" sz="quarter" idx="5"/>
          </p:nvPr>
        </p:nvSpPr>
        <p:spPr/>
        <p:txBody>
          <a:bodyPr/>
          <a:lstStyle/>
          <a:p>
            <a:fld id="{38EFF46E-6B43-41F9-9272-B566D03A251C}" type="slidenum">
              <a:rPr lang="en-US" smtClean="0"/>
              <a:t>12</a:t>
            </a:fld>
            <a:endParaRPr lang="en-US"/>
          </a:p>
        </p:txBody>
      </p:sp>
    </p:spTree>
    <p:extLst>
      <p:ext uri="{BB962C8B-B14F-4D97-AF65-F5344CB8AC3E}">
        <p14:creationId xmlns:p14="http://schemas.microsoft.com/office/powerpoint/2010/main" val="19942059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central message of this class is that while vibe coding offers speed and creativity at the start of a project, it is not sufficient as a long‑term strategy for building reliable software with AI. As such, it should be avoided as a primary method on client projects. </a:t>
            </a:r>
          </a:p>
          <a:p>
            <a:endParaRPr lang="en-US" dirty="0"/>
          </a:p>
          <a:p>
            <a:r>
              <a:rPr lang="en-US" dirty="0"/>
              <a:t>Spec‑Driven Development provides a way to retain the benefits of AI assistance while restoring engineering discipline through explicit, durable intent. Tools like </a:t>
            </a:r>
            <a:r>
              <a:rPr lang="en-US" dirty="0" err="1"/>
              <a:t>OpenSpec</a:t>
            </a:r>
            <a:r>
              <a:rPr lang="en-US" dirty="0"/>
              <a:t> and BMAD demonstrate that SDD does not have to be heavyweight or slow; instead, it can be incremental and pragmatic.  </a:t>
            </a:r>
            <a:r>
              <a:rPr lang="en-US" dirty="0" err="1"/>
              <a:t>OpenSpec</a:t>
            </a:r>
            <a:r>
              <a:rPr lang="en-US" dirty="0"/>
              <a:t> offers an accessible entry point for individuals and small teams, while BMAD illustrates how the same principles extend to full lifecycle, team‑scale delivery. </a:t>
            </a:r>
          </a:p>
          <a:p>
            <a:endParaRPr lang="en-US" dirty="0"/>
          </a:p>
          <a:p>
            <a:r>
              <a:rPr lang="en-US" dirty="0"/>
              <a:t>The recommended next steps for attendees are intentionally modest: try introducing a lightweight spec for a single feature, observe how it changes review conversations, and evaluate whether more structured approaches make sense for your context. For teams interested in deeper adoption, hands‑on workshops and guided experimentation can build on the concepts introduced here. Ultimately, the goal is not to eliminate improvisation, but to ensure that when projects move beyond experimentation, intent is clear, shared, and built to last.</a:t>
            </a:r>
          </a:p>
          <a:p>
            <a:endParaRPr lang="en-US" dirty="0"/>
          </a:p>
        </p:txBody>
      </p:sp>
      <p:sp>
        <p:nvSpPr>
          <p:cNvPr id="4" name="Slide Number Placeholder 3"/>
          <p:cNvSpPr>
            <a:spLocks noGrp="1"/>
          </p:cNvSpPr>
          <p:nvPr>
            <p:ph type="sldNum" sz="quarter" idx="5"/>
          </p:nvPr>
        </p:nvSpPr>
        <p:spPr/>
        <p:txBody>
          <a:bodyPr/>
          <a:lstStyle/>
          <a:p>
            <a:fld id="{38EFF46E-6B43-41F9-9272-B566D03A251C}" type="slidenum">
              <a:rPr lang="en-US" smtClean="0"/>
              <a:t>13</a:t>
            </a:fld>
            <a:endParaRPr lang="en-US"/>
          </a:p>
        </p:txBody>
      </p:sp>
    </p:spTree>
    <p:extLst>
      <p:ext uri="{BB962C8B-B14F-4D97-AF65-F5344CB8AC3E}">
        <p14:creationId xmlns:p14="http://schemas.microsoft.com/office/powerpoint/2010/main" val="9967801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BMAD, the Breakthrough Method for Agile AI‑Driven Development, represents a more structured, team‑scale implementation of Spec‑Driven Development.  While </a:t>
            </a:r>
            <a:r>
              <a:rPr lang="en-US" dirty="0" err="1"/>
              <a:t>OpenSpec</a:t>
            </a:r>
            <a:r>
              <a:rPr lang="en-US" dirty="0"/>
              <a:t> focuses on lightweight artifact management, BMAD emphasizes role‑based collaboration through specialized AI agents that mirror a real agile team. </a:t>
            </a:r>
          </a:p>
        </p:txBody>
      </p:sp>
      <p:sp>
        <p:nvSpPr>
          <p:cNvPr id="4" name="Slide Number Placeholder 3"/>
          <p:cNvSpPr>
            <a:spLocks noGrp="1"/>
          </p:cNvSpPr>
          <p:nvPr>
            <p:ph type="sldNum" sz="quarter" idx="5"/>
          </p:nvPr>
        </p:nvSpPr>
        <p:spPr/>
        <p:txBody>
          <a:bodyPr/>
          <a:lstStyle/>
          <a:p>
            <a:fld id="{38EFF46E-6B43-41F9-9272-B566D03A251C}" type="slidenum">
              <a:rPr lang="en-US" smtClean="0"/>
              <a:t>14</a:t>
            </a:fld>
            <a:endParaRPr lang="en-US"/>
          </a:p>
        </p:txBody>
      </p:sp>
    </p:spTree>
    <p:extLst>
      <p:ext uri="{BB962C8B-B14F-4D97-AF65-F5344CB8AC3E}">
        <p14:creationId xmlns:p14="http://schemas.microsoft.com/office/powerpoint/2010/main" val="39806562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BMAD approach, planning agents such as Analyst, Product Manager, Architect, and UX Designer collaborate with humans to produce core artifacts like product requirements, architectural decisions, and UX specifications. These artifacts then flow into an execution phase, where a Scrum Master agent transforms them into context‑rich story files. Developers and QA agents work from these stories to implement and validate features. </a:t>
            </a:r>
          </a:p>
          <a:p>
            <a:endParaRPr lang="en-US" dirty="0"/>
          </a:p>
          <a:p>
            <a:r>
              <a:rPr lang="en-US" dirty="0"/>
              <a:t>The key advantage of BMAD is context preservation across handoffs. Instead of re‑prompting a general AI with partial information at each step, BMAD ensures that decisions made earlier in the lifecycle are explicitly carried forward. This reduces inconsistency, improves predictability, and aligns AI behavior with established team practices. </a:t>
            </a:r>
          </a:p>
          <a:p>
            <a:endParaRPr lang="en-US" dirty="0"/>
          </a:p>
        </p:txBody>
      </p:sp>
      <p:sp>
        <p:nvSpPr>
          <p:cNvPr id="4" name="Slide Number Placeholder 3"/>
          <p:cNvSpPr>
            <a:spLocks noGrp="1"/>
          </p:cNvSpPr>
          <p:nvPr>
            <p:ph type="sldNum" sz="quarter" idx="5"/>
          </p:nvPr>
        </p:nvSpPr>
        <p:spPr/>
        <p:txBody>
          <a:bodyPr/>
          <a:lstStyle/>
          <a:p>
            <a:fld id="{38EFF46E-6B43-41F9-9272-B566D03A251C}" type="slidenum">
              <a:rPr lang="en-US" smtClean="0"/>
              <a:t>15</a:t>
            </a:fld>
            <a:endParaRPr lang="en-US"/>
          </a:p>
        </p:txBody>
      </p:sp>
    </p:spTree>
    <p:extLst>
      <p:ext uri="{BB962C8B-B14F-4D97-AF65-F5344CB8AC3E}">
        <p14:creationId xmlns:p14="http://schemas.microsoft.com/office/powerpoint/2010/main" val="28272802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8C178-5256-FA5F-2DF3-3477A60589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C28B75-6A89-F620-DCE5-352A9CE936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C3E554-3638-A297-7820-410A6DB4474F}"/>
              </a:ext>
            </a:extLst>
          </p:cNvPr>
          <p:cNvSpPr>
            <a:spLocks noGrp="1"/>
          </p:cNvSpPr>
          <p:nvPr>
            <p:ph type="body" idx="1"/>
          </p:nvPr>
        </p:nvSpPr>
        <p:spPr/>
        <p:txBody>
          <a:bodyPr/>
          <a:lstStyle/>
          <a:p>
            <a:r>
              <a:rPr lang="en-US" dirty="0"/>
              <a:t>The bullets listed in yellow are the only steps where code is written. This is a huge departure from vibe-coding!</a:t>
            </a:r>
          </a:p>
          <a:p>
            <a:endParaRPr lang="en-US" dirty="0"/>
          </a:p>
          <a:p>
            <a:r>
              <a:rPr lang="en-US" dirty="0"/>
              <a:t>At a high level, the BMAD workflow can be understood as two connected phases: planning and execution. The planning phase focuses on understanding the problem and shaping intent through collaborative artifacts. Requirements are clarified, architectural boundaries are established, and UX considerations are addressed upfront, but in an iterative, conversational manner.</a:t>
            </a:r>
          </a:p>
          <a:p>
            <a:endParaRPr lang="en-US" dirty="0"/>
          </a:p>
          <a:p>
            <a:r>
              <a:rPr lang="en-US" dirty="0"/>
              <a:t>Once these artifacts reach an acceptable level of clarity, the execution phase begins. Here, detailed story files act as the operational bridge between planning and coding, embedding relevant context so that implementation can proceed with minimal ambiguity. This structure closely resembles how mature agile teams operate, but with AI agents actively participating in each role. In the context of this session, the goal is not to master BMAD, but to recognize how it embodies the principles of SDD at scale. Seeing the workflow at a glance helps developers understand when a more comprehensive framework may be appropriate, particularly in environments where coordination, governance, and long‑term maintainability matter.</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organizations building production systems with multiple contributors, BMAD demonstrates how SDD can scale beyond individual use.</a:t>
            </a:r>
          </a:p>
          <a:p>
            <a:endParaRPr lang="en-US" dirty="0"/>
          </a:p>
        </p:txBody>
      </p:sp>
      <p:sp>
        <p:nvSpPr>
          <p:cNvPr id="4" name="Slide Number Placeholder 3">
            <a:extLst>
              <a:ext uri="{FF2B5EF4-FFF2-40B4-BE49-F238E27FC236}">
                <a16:creationId xmlns:a16="http://schemas.microsoft.com/office/drawing/2014/main" id="{EA8104A2-BE13-6461-7B70-6ED0661D1984}"/>
              </a:ext>
            </a:extLst>
          </p:cNvPr>
          <p:cNvSpPr>
            <a:spLocks noGrp="1"/>
          </p:cNvSpPr>
          <p:nvPr>
            <p:ph type="sldNum" sz="quarter" idx="5"/>
          </p:nvPr>
        </p:nvSpPr>
        <p:spPr/>
        <p:txBody>
          <a:bodyPr/>
          <a:lstStyle/>
          <a:p>
            <a:fld id="{38EFF46E-6B43-41F9-9272-B566D03A251C}" type="slidenum">
              <a:rPr lang="en-US" smtClean="0"/>
              <a:t>16</a:t>
            </a:fld>
            <a:endParaRPr lang="en-US"/>
          </a:p>
        </p:txBody>
      </p:sp>
    </p:spTree>
    <p:extLst>
      <p:ext uri="{BB962C8B-B14F-4D97-AF65-F5344CB8AC3E}">
        <p14:creationId xmlns:p14="http://schemas.microsoft.com/office/powerpoint/2010/main" val="196761721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te Page">
    <p:spTree>
      <p:nvGrpSpPr>
        <p:cNvPr id="1" name=""/>
        <p:cNvGrpSpPr/>
        <p:nvPr/>
      </p:nvGrpSpPr>
      <p:grpSpPr>
        <a:xfrm>
          <a:off x="0" y="0"/>
          <a:ext cx="0" cy="0"/>
          <a:chOff x="0" y="0"/>
          <a:chExt cx="0" cy="0"/>
        </a:xfrm>
      </p:grpSpPr>
      <p:pic>
        <p:nvPicPr>
          <p:cNvPr id="5" name="Picture 4" descr="Background pattern&#10;&#10;Description automatically generated">
            <a:extLst>
              <a:ext uri="{FF2B5EF4-FFF2-40B4-BE49-F238E27FC236}">
                <a16:creationId xmlns:a16="http://schemas.microsoft.com/office/drawing/2014/main" id="{8263D1B3-4C39-678E-AA0B-70DFC03020B8}"/>
              </a:ext>
            </a:extLst>
          </p:cNvPr>
          <p:cNvPicPr>
            <a:picLocks noChangeAspect="1"/>
          </p:cNvPicPr>
          <p:nvPr/>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155A03D7-0C8A-2FF8-DD55-E44EF7754A2A}"/>
              </a:ext>
            </a:extLst>
          </p:cNvPr>
          <p:cNvSpPr>
            <a:spLocks noGrp="1"/>
          </p:cNvSpPr>
          <p:nvPr>
            <p:ph type="title"/>
          </p:nvPr>
        </p:nvSpPr>
        <p:spPr>
          <a:xfrm>
            <a:off x="705913" y="2933878"/>
            <a:ext cx="10515600" cy="508001"/>
          </a:xfrm>
        </p:spPr>
        <p:txBody>
          <a:bodyPr>
            <a:normAutofit/>
          </a:bodyPr>
          <a:lstStyle>
            <a:lvl1pPr>
              <a:defRPr sz="2800">
                <a:solidFill>
                  <a:schemeClr val="bg1"/>
                </a:solidFill>
                <a:latin typeface="Poppins" pitchFamily="2" charset="77"/>
                <a:cs typeface="Poppins" pitchFamily="2" charset="77"/>
              </a:defRPr>
            </a:lvl1pPr>
          </a:lstStyle>
          <a:p>
            <a:r>
              <a:rPr lang="en-US"/>
              <a:t>Click to edit Master title style</a:t>
            </a:r>
            <a:endParaRPr lang="en-MX"/>
          </a:p>
        </p:txBody>
      </p:sp>
      <p:sp>
        <p:nvSpPr>
          <p:cNvPr id="11" name="Subtitle 2">
            <a:extLst>
              <a:ext uri="{FF2B5EF4-FFF2-40B4-BE49-F238E27FC236}">
                <a16:creationId xmlns:a16="http://schemas.microsoft.com/office/drawing/2014/main" id="{06160FDB-07E2-9B48-493B-80748EBAF3CC}"/>
              </a:ext>
            </a:extLst>
          </p:cNvPr>
          <p:cNvSpPr>
            <a:spLocks noGrp="1"/>
          </p:cNvSpPr>
          <p:nvPr>
            <p:ph type="subTitle" idx="1"/>
          </p:nvPr>
        </p:nvSpPr>
        <p:spPr>
          <a:xfrm>
            <a:off x="705913" y="3429000"/>
            <a:ext cx="9144000" cy="528370"/>
          </a:xfrm>
          <a:prstGeom prst="rect">
            <a:avLst/>
          </a:prstGeom>
        </p:spPr>
        <p:txBody>
          <a:bodyPr>
            <a:normAutofit/>
          </a:bodyPr>
          <a:lstStyle>
            <a:lvl1pPr marL="0" indent="0" algn="l">
              <a:buNone/>
              <a:defRPr sz="2000" b="0" i="0">
                <a:solidFill>
                  <a:schemeClr val="bg1"/>
                </a:solidFill>
                <a:latin typeface="Poppins" pitchFamily="2" charset="77"/>
                <a:cs typeface="Poppins"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MX"/>
          </a:p>
        </p:txBody>
      </p:sp>
    </p:spTree>
    <p:extLst>
      <p:ext uri="{BB962C8B-B14F-4D97-AF65-F5344CB8AC3E}">
        <p14:creationId xmlns:p14="http://schemas.microsoft.com/office/powerpoint/2010/main" val="378571552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rincipal 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B8D9B-1FBE-987A-28BE-4AF3449CC788}"/>
              </a:ext>
            </a:extLst>
          </p:cNvPr>
          <p:cNvSpPr>
            <a:spLocks noGrp="1"/>
          </p:cNvSpPr>
          <p:nvPr>
            <p:ph type="ctrTitle"/>
          </p:nvPr>
        </p:nvSpPr>
        <p:spPr>
          <a:xfrm>
            <a:off x="891822" y="3234055"/>
            <a:ext cx="9144000" cy="631296"/>
          </a:xfrm>
        </p:spPr>
        <p:txBody>
          <a:bodyPr anchor="b">
            <a:normAutofit/>
          </a:bodyPr>
          <a:lstStyle>
            <a:lvl1pPr algn="l">
              <a:defRPr sz="2800" b="1" i="0">
                <a:solidFill>
                  <a:srgbClr val="005596"/>
                </a:solidFill>
                <a:latin typeface="Poppins" pitchFamily="2" charset="77"/>
                <a:cs typeface="Poppins" pitchFamily="2" charset="77"/>
              </a:defRPr>
            </a:lvl1pPr>
          </a:lstStyle>
          <a:p>
            <a:r>
              <a:rPr lang="en-US"/>
              <a:t>Click to edit Master title style</a:t>
            </a:r>
            <a:endParaRPr lang="en-MX"/>
          </a:p>
        </p:txBody>
      </p:sp>
      <p:sp>
        <p:nvSpPr>
          <p:cNvPr id="3" name="Subtitle 2">
            <a:extLst>
              <a:ext uri="{FF2B5EF4-FFF2-40B4-BE49-F238E27FC236}">
                <a16:creationId xmlns:a16="http://schemas.microsoft.com/office/drawing/2014/main" id="{99C6A678-285D-C74C-A3AB-61F33055CDD2}"/>
              </a:ext>
            </a:extLst>
          </p:cNvPr>
          <p:cNvSpPr>
            <a:spLocks noGrp="1"/>
          </p:cNvSpPr>
          <p:nvPr>
            <p:ph type="subTitle" idx="1"/>
          </p:nvPr>
        </p:nvSpPr>
        <p:spPr>
          <a:xfrm>
            <a:off x="893276" y="3864877"/>
            <a:ext cx="9144000" cy="528370"/>
          </a:xfrm>
          <a:prstGeom prst="rect">
            <a:avLst/>
          </a:prstGeom>
        </p:spPr>
        <p:txBody>
          <a:bodyPr>
            <a:normAutofit/>
          </a:bodyPr>
          <a:lstStyle>
            <a:lvl1pPr marL="0" indent="0" algn="l">
              <a:buNone/>
              <a:defRPr sz="2000" b="0" i="0">
                <a:solidFill>
                  <a:schemeClr val="tx1">
                    <a:lumMod val="50000"/>
                    <a:lumOff val="50000"/>
                  </a:schemeClr>
                </a:solidFill>
                <a:latin typeface="Poppins" pitchFamily="2" charset="77"/>
                <a:cs typeface="Poppins"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MX"/>
          </a:p>
        </p:txBody>
      </p:sp>
      <p:sp>
        <p:nvSpPr>
          <p:cNvPr id="12" name="Text Placeholder 2">
            <a:extLst>
              <a:ext uri="{FF2B5EF4-FFF2-40B4-BE49-F238E27FC236}">
                <a16:creationId xmlns:a16="http://schemas.microsoft.com/office/drawing/2014/main" id="{B8FB2F36-F96E-DBFB-4387-CD5A05718028}"/>
              </a:ext>
            </a:extLst>
          </p:cNvPr>
          <p:cNvSpPr>
            <a:spLocks noGrp="1"/>
          </p:cNvSpPr>
          <p:nvPr>
            <p:ph type="body" idx="13" hasCustomPrompt="1"/>
          </p:nvPr>
        </p:nvSpPr>
        <p:spPr>
          <a:xfrm>
            <a:off x="7519063" y="5462195"/>
            <a:ext cx="4155093" cy="683112"/>
          </a:xfrm>
          <a:prstGeom prst="rect">
            <a:avLst/>
          </a:prstGeom>
        </p:spPr>
        <p:txBody>
          <a:bodyPr>
            <a:normAutofit/>
          </a:bodyPr>
          <a:lstStyle>
            <a:lvl1pPr marL="0" indent="0">
              <a:buNone/>
              <a:defRPr sz="2400" b="1" i="0">
                <a:solidFill>
                  <a:srgbClr val="005596"/>
                </a:solidFill>
                <a:latin typeface="Poppins SemiBold" pitchFamily="2" charset="77"/>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JOHN DOE</a:t>
            </a:r>
          </a:p>
        </p:txBody>
      </p:sp>
      <p:pic>
        <p:nvPicPr>
          <p:cNvPr id="14" name="Picture 13" descr="Logo&#10;&#10;Description automatically generated">
            <a:extLst>
              <a:ext uri="{FF2B5EF4-FFF2-40B4-BE49-F238E27FC236}">
                <a16:creationId xmlns:a16="http://schemas.microsoft.com/office/drawing/2014/main" id="{DFF4E328-04ED-1D34-5362-6AC1FF0DA57C}"/>
              </a:ext>
            </a:extLst>
          </p:cNvPr>
          <p:cNvPicPr>
            <a:picLocks noChangeAspect="1"/>
          </p:cNvPicPr>
          <p:nvPr/>
        </p:nvPicPr>
        <p:blipFill>
          <a:blip r:embed="rId2"/>
          <a:stretch>
            <a:fillRect/>
          </a:stretch>
        </p:blipFill>
        <p:spPr>
          <a:xfrm>
            <a:off x="891822" y="1681203"/>
            <a:ext cx="3227632" cy="1434503"/>
          </a:xfrm>
          <a:prstGeom prst="rect">
            <a:avLst/>
          </a:prstGeom>
        </p:spPr>
      </p:pic>
    </p:spTree>
    <p:extLst>
      <p:ext uri="{BB962C8B-B14F-4D97-AF65-F5344CB8AC3E}">
        <p14:creationId xmlns:p14="http://schemas.microsoft.com/office/powerpoint/2010/main" val="11671122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ex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F37F2-5E51-EBE6-FB74-03ECD1F0CB05}"/>
              </a:ext>
            </a:extLst>
          </p:cNvPr>
          <p:cNvSpPr>
            <a:spLocks noGrp="1"/>
          </p:cNvSpPr>
          <p:nvPr>
            <p:ph type="title"/>
          </p:nvPr>
        </p:nvSpPr>
        <p:spPr>
          <a:xfrm>
            <a:off x="468489" y="434446"/>
            <a:ext cx="11205668" cy="667808"/>
          </a:xfrm>
        </p:spPr>
        <p:txBody>
          <a:bodyPr anchor="b">
            <a:normAutofit/>
          </a:bodyPr>
          <a:lstStyle>
            <a:lvl1pPr>
              <a:defRPr sz="3200" b="1">
                <a:solidFill>
                  <a:srgbClr val="005596"/>
                </a:solidFill>
                <a:latin typeface="Poppins" pitchFamily="2" charset="77"/>
                <a:cs typeface="Poppins" pitchFamily="2" charset="77"/>
              </a:defRPr>
            </a:lvl1pPr>
          </a:lstStyle>
          <a:p>
            <a:r>
              <a:rPr lang="en-US"/>
              <a:t>Click to edit Master title style</a:t>
            </a:r>
            <a:endParaRPr lang="en-MX"/>
          </a:p>
        </p:txBody>
      </p:sp>
      <p:pic>
        <p:nvPicPr>
          <p:cNvPr id="9" name="Picture 8" descr="Logo&#10;&#10;Description automatically generated">
            <a:extLst>
              <a:ext uri="{FF2B5EF4-FFF2-40B4-BE49-F238E27FC236}">
                <a16:creationId xmlns:a16="http://schemas.microsoft.com/office/drawing/2014/main" id="{0EAA4B5E-3525-86D1-43B2-EEF957A6A5F8}"/>
              </a:ext>
            </a:extLst>
          </p:cNvPr>
          <p:cNvPicPr>
            <a:picLocks noChangeAspect="1"/>
          </p:cNvPicPr>
          <p:nvPr/>
        </p:nvPicPr>
        <p:blipFill>
          <a:blip r:embed="rId2"/>
          <a:stretch>
            <a:fillRect/>
          </a:stretch>
        </p:blipFill>
        <p:spPr>
          <a:xfrm>
            <a:off x="10294021" y="6384043"/>
            <a:ext cx="1380136" cy="445205"/>
          </a:xfrm>
          <a:prstGeom prst="rect">
            <a:avLst/>
          </a:prstGeom>
        </p:spPr>
      </p:pic>
      <p:sp>
        <p:nvSpPr>
          <p:cNvPr id="10" name="Content Placeholder 9">
            <a:extLst>
              <a:ext uri="{FF2B5EF4-FFF2-40B4-BE49-F238E27FC236}">
                <a16:creationId xmlns:a16="http://schemas.microsoft.com/office/drawing/2014/main" id="{76DB217A-F6B3-74AC-D9F2-0EF851F4881D}"/>
              </a:ext>
            </a:extLst>
          </p:cNvPr>
          <p:cNvSpPr>
            <a:spLocks noGrp="1"/>
          </p:cNvSpPr>
          <p:nvPr>
            <p:ph sz="quarter" idx="10"/>
          </p:nvPr>
        </p:nvSpPr>
        <p:spPr>
          <a:xfrm>
            <a:off x="468313" y="1885244"/>
            <a:ext cx="11206162" cy="3999619"/>
          </a:xfrm>
          <a:prstGeom prst="rect">
            <a:avLst/>
          </a:prstGeom>
        </p:spPr>
        <p:txBody>
          <a:bodyPr>
            <a:normAutofit/>
          </a:bodyPr>
          <a:lstStyle>
            <a:lvl1pPr>
              <a:defRPr sz="1400">
                <a:latin typeface="Khula Regular" panose="02000000000000000000" pitchFamily="2" charset="0"/>
                <a:cs typeface="Khula Regular" panose="02000000000000000000" pitchFamily="2" charset="0"/>
              </a:defRPr>
            </a:lvl1pPr>
          </a:lstStyle>
          <a:p>
            <a:pPr lvl="0"/>
            <a:r>
              <a:rPr lang="en-US"/>
              <a:t>Click to edit Master text styles</a:t>
            </a:r>
          </a:p>
        </p:txBody>
      </p:sp>
      <p:sp>
        <p:nvSpPr>
          <p:cNvPr id="7" name="Text Placeholder 6">
            <a:extLst>
              <a:ext uri="{FF2B5EF4-FFF2-40B4-BE49-F238E27FC236}">
                <a16:creationId xmlns:a16="http://schemas.microsoft.com/office/drawing/2014/main" id="{8B772F0C-A603-1AAE-F130-CB75D94E66CB}"/>
              </a:ext>
            </a:extLst>
          </p:cNvPr>
          <p:cNvSpPr>
            <a:spLocks noGrp="1"/>
          </p:cNvSpPr>
          <p:nvPr>
            <p:ph type="body" sz="quarter" idx="11" hasCustomPrompt="1"/>
          </p:nvPr>
        </p:nvSpPr>
        <p:spPr>
          <a:xfrm>
            <a:off x="468313" y="1211263"/>
            <a:ext cx="11206162" cy="423862"/>
          </a:xfrm>
        </p:spPr>
        <p:txBody>
          <a:bodyPr>
            <a:normAutofit/>
          </a:bodyPr>
          <a:lstStyle>
            <a:lvl1pPr>
              <a:defRPr sz="2000" b="0" i="0">
                <a:solidFill>
                  <a:schemeClr val="bg1">
                    <a:lumMod val="50000"/>
                  </a:schemeClr>
                </a:solidFill>
                <a:latin typeface="Poppins Medium" pitchFamily="2" charset="77"/>
                <a:cs typeface="Poppins Medium" pitchFamily="2" charset="77"/>
              </a:defRPr>
            </a:lvl1pPr>
          </a:lstStyle>
          <a:p>
            <a:r>
              <a:rPr lang="en-US"/>
              <a:t>Click to edit Master subtitle style</a:t>
            </a:r>
            <a:endParaRPr lang="en-MX"/>
          </a:p>
        </p:txBody>
      </p:sp>
    </p:spTree>
    <p:extLst>
      <p:ext uri="{BB962C8B-B14F-4D97-AF65-F5344CB8AC3E}">
        <p14:creationId xmlns:p14="http://schemas.microsoft.com/office/powerpoint/2010/main" val="1034882348"/>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2 text box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F37F2-5E51-EBE6-FB74-03ECD1F0CB05}"/>
              </a:ext>
            </a:extLst>
          </p:cNvPr>
          <p:cNvSpPr>
            <a:spLocks noGrp="1"/>
          </p:cNvSpPr>
          <p:nvPr>
            <p:ph type="title"/>
          </p:nvPr>
        </p:nvSpPr>
        <p:spPr>
          <a:xfrm>
            <a:off x="468489" y="434446"/>
            <a:ext cx="11255022" cy="667808"/>
          </a:xfrm>
        </p:spPr>
        <p:txBody>
          <a:bodyPr anchor="b">
            <a:normAutofit/>
          </a:bodyPr>
          <a:lstStyle>
            <a:lvl1pPr>
              <a:defRPr sz="3200" b="1">
                <a:solidFill>
                  <a:srgbClr val="005596"/>
                </a:solidFill>
                <a:latin typeface="Poppins" pitchFamily="2" charset="77"/>
                <a:cs typeface="Poppins" pitchFamily="2" charset="77"/>
              </a:defRPr>
            </a:lvl1pPr>
          </a:lstStyle>
          <a:p>
            <a:r>
              <a:rPr lang="en-US"/>
              <a:t>Click to edit Master title style</a:t>
            </a:r>
            <a:endParaRPr lang="en-MX"/>
          </a:p>
        </p:txBody>
      </p:sp>
      <p:pic>
        <p:nvPicPr>
          <p:cNvPr id="9" name="Picture 8" descr="Logo&#10;&#10;Description automatically generated">
            <a:extLst>
              <a:ext uri="{FF2B5EF4-FFF2-40B4-BE49-F238E27FC236}">
                <a16:creationId xmlns:a16="http://schemas.microsoft.com/office/drawing/2014/main" id="{0EAA4B5E-3525-86D1-43B2-EEF957A6A5F8}"/>
              </a:ext>
            </a:extLst>
          </p:cNvPr>
          <p:cNvPicPr>
            <a:picLocks noChangeAspect="1"/>
          </p:cNvPicPr>
          <p:nvPr/>
        </p:nvPicPr>
        <p:blipFill>
          <a:blip r:embed="rId2"/>
          <a:stretch>
            <a:fillRect/>
          </a:stretch>
        </p:blipFill>
        <p:spPr>
          <a:xfrm>
            <a:off x="10294021" y="6384043"/>
            <a:ext cx="1380136" cy="445205"/>
          </a:xfrm>
          <a:prstGeom prst="rect">
            <a:avLst/>
          </a:prstGeom>
        </p:spPr>
      </p:pic>
      <p:sp>
        <p:nvSpPr>
          <p:cNvPr id="6" name="Content Placeholder 5">
            <a:extLst>
              <a:ext uri="{FF2B5EF4-FFF2-40B4-BE49-F238E27FC236}">
                <a16:creationId xmlns:a16="http://schemas.microsoft.com/office/drawing/2014/main" id="{9E73EDE8-942A-C67F-DE1C-BE6A4B25F941}"/>
              </a:ext>
            </a:extLst>
          </p:cNvPr>
          <p:cNvSpPr>
            <a:spLocks noGrp="1"/>
          </p:cNvSpPr>
          <p:nvPr>
            <p:ph sz="quarter" idx="11"/>
          </p:nvPr>
        </p:nvSpPr>
        <p:spPr>
          <a:xfrm>
            <a:off x="468489" y="1744134"/>
            <a:ext cx="5394960" cy="4194466"/>
          </a:xfrm>
          <a:prstGeom prst="rect">
            <a:avLst/>
          </a:prstGeo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p:txBody>
      </p:sp>
      <p:sp>
        <p:nvSpPr>
          <p:cNvPr id="8" name="Content Placeholder 5">
            <a:extLst>
              <a:ext uri="{FF2B5EF4-FFF2-40B4-BE49-F238E27FC236}">
                <a16:creationId xmlns:a16="http://schemas.microsoft.com/office/drawing/2014/main" id="{774CE37E-4F1A-62C7-ADCA-33781ABD6614}"/>
              </a:ext>
            </a:extLst>
          </p:cNvPr>
          <p:cNvSpPr>
            <a:spLocks noGrp="1"/>
          </p:cNvSpPr>
          <p:nvPr>
            <p:ph sz="quarter" idx="12"/>
          </p:nvPr>
        </p:nvSpPr>
        <p:spPr>
          <a:xfrm>
            <a:off x="6279197" y="1743240"/>
            <a:ext cx="5394960" cy="4194467"/>
          </a:xfrm>
          <a:prstGeom prst="rect">
            <a:avLst/>
          </a:prstGeo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p:txBody>
      </p:sp>
      <p:sp>
        <p:nvSpPr>
          <p:cNvPr id="4" name="Text Placeholder 6">
            <a:extLst>
              <a:ext uri="{FF2B5EF4-FFF2-40B4-BE49-F238E27FC236}">
                <a16:creationId xmlns:a16="http://schemas.microsoft.com/office/drawing/2014/main" id="{7287E2EF-800B-F155-3586-D5A5CD40946E}"/>
              </a:ext>
            </a:extLst>
          </p:cNvPr>
          <p:cNvSpPr>
            <a:spLocks noGrp="1"/>
          </p:cNvSpPr>
          <p:nvPr>
            <p:ph type="body" sz="quarter" idx="13" hasCustomPrompt="1"/>
          </p:nvPr>
        </p:nvSpPr>
        <p:spPr>
          <a:xfrm>
            <a:off x="468313" y="1211263"/>
            <a:ext cx="11206162" cy="423862"/>
          </a:xfrm>
        </p:spPr>
        <p:txBody>
          <a:bodyPr>
            <a:normAutofit/>
          </a:bodyPr>
          <a:lstStyle>
            <a:lvl1pPr>
              <a:defRPr sz="2000" b="0" i="0">
                <a:solidFill>
                  <a:schemeClr val="bg1">
                    <a:lumMod val="50000"/>
                  </a:schemeClr>
                </a:solidFill>
                <a:latin typeface="Poppins Medium" pitchFamily="2" charset="77"/>
                <a:cs typeface="Poppins Medium" pitchFamily="2" charset="77"/>
              </a:defRPr>
            </a:lvl1pPr>
          </a:lstStyle>
          <a:p>
            <a:r>
              <a:rPr lang="en-US"/>
              <a:t>Click to edit Master subtitle style</a:t>
            </a:r>
            <a:endParaRPr lang="en-MX"/>
          </a:p>
        </p:txBody>
      </p:sp>
    </p:spTree>
    <p:extLst>
      <p:ext uri="{BB962C8B-B14F-4D97-AF65-F5344CB8AC3E}">
        <p14:creationId xmlns:p14="http://schemas.microsoft.com/office/powerpoint/2010/main" val="127085720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ext box left">
    <p:spTree>
      <p:nvGrpSpPr>
        <p:cNvPr id="1" name=""/>
        <p:cNvGrpSpPr/>
        <p:nvPr/>
      </p:nvGrpSpPr>
      <p:grpSpPr>
        <a:xfrm>
          <a:off x="0" y="0"/>
          <a:ext cx="0" cy="0"/>
          <a:chOff x="0" y="0"/>
          <a:chExt cx="0" cy="0"/>
        </a:xfrm>
      </p:grpSpPr>
      <p:pic>
        <p:nvPicPr>
          <p:cNvPr id="9" name="Picture 8" descr="Logo&#10;&#10;Description automatically generated">
            <a:extLst>
              <a:ext uri="{FF2B5EF4-FFF2-40B4-BE49-F238E27FC236}">
                <a16:creationId xmlns:a16="http://schemas.microsoft.com/office/drawing/2014/main" id="{0EAA4B5E-3525-86D1-43B2-EEF957A6A5F8}"/>
              </a:ext>
            </a:extLst>
          </p:cNvPr>
          <p:cNvPicPr>
            <a:picLocks noChangeAspect="1"/>
          </p:cNvPicPr>
          <p:nvPr/>
        </p:nvPicPr>
        <p:blipFill>
          <a:blip r:embed="rId2"/>
          <a:stretch>
            <a:fillRect/>
          </a:stretch>
        </p:blipFill>
        <p:spPr>
          <a:xfrm>
            <a:off x="10294021" y="6384043"/>
            <a:ext cx="1380136" cy="445205"/>
          </a:xfrm>
          <a:prstGeom prst="rect">
            <a:avLst/>
          </a:prstGeom>
        </p:spPr>
      </p:pic>
      <p:sp>
        <p:nvSpPr>
          <p:cNvPr id="3" name="Rectangle 2">
            <a:extLst>
              <a:ext uri="{FF2B5EF4-FFF2-40B4-BE49-F238E27FC236}">
                <a16:creationId xmlns:a16="http://schemas.microsoft.com/office/drawing/2014/main" id="{FF39C3A6-20B8-E520-FD58-D3159B183363}"/>
              </a:ext>
            </a:extLst>
          </p:cNvPr>
          <p:cNvSpPr/>
          <p:nvPr/>
        </p:nvSpPr>
        <p:spPr>
          <a:xfrm>
            <a:off x="0" y="28752"/>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2" name="Title 1">
            <a:extLst>
              <a:ext uri="{FF2B5EF4-FFF2-40B4-BE49-F238E27FC236}">
                <a16:creationId xmlns:a16="http://schemas.microsoft.com/office/drawing/2014/main" id="{A6BF37F2-5E51-EBE6-FB74-03ECD1F0CB05}"/>
              </a:ext>
            </a:extLst>
          </p:cNvPr>
          <p:cNvSpPr>
            <a:spLocks noGrp="1"/>
          </p:cNvSpPr>
          <p:nvPr>
            <p:ph type="title" hasCustomPrompt="1"/>
          </p:nvPr>
        </p:nvSpPr>
        <p:spPr>
          <a:xfrm>
            <a:off x="468489" y="434446"/>
            <a:ext cx="5394960" cy="667808"/>
          </a:xfrm>
        </p:spPr>
        <p:txBody>
          <a:bodyPr anchor="b">
            <a:noAutofit/>
          </a:bodyPr>
          <a:lstStyle>
            <a:lvl1pPr>
              <a:defRPr sz="3200" b="1">
                <a:solidFill>
                  <a:srgbClr val="005596"/>
                </a:solidFill>
                <a:latin typeface="Poppins" pitchFamily="2" charset="77"/>
                <a:cs typeface="Poppins" pitchFamily="2" charset="77"/>
              </a:defRPr>
            </a:lvl1pPr>
          </a:lstStyle>
          <a:p>
            <a:r>
              <a:rPr lang="en-US"/>
              <a:t>Click to edit Master  </a:t>
            </a:r>
            <a:endParaRPr lang="en-MX"/>
          </a:p>
        </p:txBody>
      </p:sp>
      <p:sp>
        <p:nvSpPr>
          <p:cNvPr id="6" name="Content Placeholder 5">
            <a:extLst>
              <a:ext uri="{FF2B5EF4-FFF2-40B4-BE49-F238E27FC236}">
                <a16:creationId xmlns:a16="http://schemas.microsoft.com/office/drawing/2014/main" id="{9E73EDE8-942A-C67F-DE1C-BE6A4B25F941}"/>
              </a:ext>
            </a:extLst>
          </p:cNvPr>
          <p:cNvSpPr>
            <a:spLocks noGrp="1"/>
          </p:cNvSpPr>
          <p:nvPr>
            <p:ph sz="quarter" idx="11"/>
          </p:nvPr>
        </p:nvSpPr>
        <p:spPr>
          <a:xfrm>
            <a:off x="468489" y="1744134"/>
            <a:ext cx="5394960" cy="4194466"/>
          </a:xfrm>
          <a:prstGeom prst="rect">
            <a:avLst/>
          </a:prstGeo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p:txBody>
      </p:sp>
      <p:pic>
        <p:nvPicPr>
          <p:cNvPr id="5" name="Picture 4" descr="Logo&#10;&#10;Description automatically generated">
            <a:extLst>
              <a:ext uri="{FF2B5EF4-FFF2-40B4-BE49-F238E27FC236}">
                <a16:creationId xmlns:a16="http://schemas.microsoft.com/office/drawing/2014/main" id="{24170EE8-1B21-9049-E4EE-81A26AE397DF}"/>
              </a:ext>
            </a:extLst>
          </p:cNvPr>
          <p:cNvPicPr>
            <a:picLocks noChangeAspect="1"/>
          </p:cNvPicPr>
          <p:nvPr/>
        </p:nvPicPr>
        <p:blipFill>
          <a:blip r:embed="rId3"/>
          <a:stretch>
            <a:fillRect/>
          </a:stretch>
        </p:blipFill>
        <p:spPr>
          <a:xfrm>
            <a:off x="10294021" y="6195922"/>
            <a:ext cx="1424984" cy="633326"/>
          </a:xfrm>
          <a:prstGeom prst="rect">
            <a:avLst/>
          </a:prstGeom>
        </p:spPr>
      </p:pic>
      <p:sp>
        <p:nvSpPr>
          <p:cNvPr id="7" name="Text Placeholder 6">
            <a:extLst>
              <a:ext uri="{FF2B5EF4-FFF2-40B4-BE49-F238E27FC236}">
                <a16:creationId xmlns:a16="http://schemas.microsoft.com/office/drawing/2014/main" id="{6F1A56EF-C86D-9C24-D2ED-9100A38C3D84}"/>
              </a:ext>
            </a:extLst>
          </p:cNvPr>
          <p:cNvSpPr>
            <a:spLocks noGrp="1"/>
          </p:cNvSpPr>
          <p:nvPr>
            <p:ph type="body" sz="quarter" idx="12" hasCustomPrompt="1"/>
          </p:nvPr>
        </p:nvSpPr>
        <p:spPr>
          <a:xfrm>
            <a:off x="468313" y="1211263"/>
            <a:ext cx="5394960" cy="423862"/>
          </a:xfrm>
        </p:spPr>
        <p:txBody>
          <a:bodyPr>
            <a:normAutofit/>
          </a:bodyPr>
          <a:lstStyle>
            <a:lvl1pPr>
              <a:defRPr sz="2000" b="0" i="0">
                <a:solidFill>
                  <a:schemeClr val="bg1">
                    <a:lumMod val="50000"/>
                  </a:schemeClr>
                </a:solidFill>
                <a:latin typeface="Poppins Medium" pitchFamily="2" charset="77"/>
                <a:cs typeface="Poppins Medium" pitchFamily="2" charset="77"/>
              </a:defRPr>
            </a:lvl1pPr>
          </a:lstStyle>
          <a:p>
            <a:r>
              <a:rPr lang="en-US"/>
              <a:t>Click to edit Master subtitle style</a:t>
            </a:r>
            <a:endParaRPr lang="en-MX"/>
          </a:p>
        </p:txBody>
      </p:sp>
    </p:spTree>
    <p:extLst>
      <p:ext uri="{BB962C8B-B14F-4D97-AF65-F5344CB8AC3E}">
        <p14:creationId xmlns:p14="http://schemas.microsoft.com/office/powerpoint/2010/main" val="176131634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ext box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51CCC47-BB7F-A202-18E6-8BD949EC098C}"/>
              </a:ext>
            </a:extLst>
          </p:cNvPr>
          <p:cNvSpPr/>
          <p:nvPr/>
        </p:nvSpPr>
        <p:spPr>
          <a:xfrm>
            <a:off x="0" y="706"/>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X"/>
          </a:p>
        </p:txBody>
      </p:sp>
      <p:pic>
        <p:nvPicPr>
          <p:cNvPr id="4" name="Picture 3" descr="Logo&#10;&#10;Description automatically generated">
            <a:extLst>
              <a:ext uri="{FF2B5EF4-FFF2-40B4-BE49-F238E27FC236}">
                <a16:creationId xmlns:a16="http://schemas.microsoft.com/office/drawing/2014/main" id="{6924B258-2A0C-8861-A9F9-CCAC380820F7}"/>
              </a:ext>
            </a:extLst>
          </p:cNvPr>
          <p:cNvPicPr>
            <a:picLocks noChangeAspect="1"/>
          </p:cNvPicPr>
          <p:nvPr/>
        </p:nvPicPr>
        <p:blipFill>
          <a:blip r:embed="rId2"/>
          <a:stretch>
            <a:fillRect/>
          </a:stretch>
        </p:blipFill>
        <p:spPr>
          <a:xfrm>
            <a:off x="10294021" y="6195922"/>
            <a:ext cx="1424984" cy="633326"/>
          </a:xfrm>
          <a:prstGeom prst="rect">
            <a:avLst/>
          </a:prstGeom>
        </p:spPr>
      </p:pic>
      <p:sp>
        <p:nvSpPr>
          <p:cNvPr id="2" name="Title 1">
            <a:extLst>
              <a:ext uri="{FF2B5EF4-FFF2-40B4-BE49-F238E27FC236}">
                <a16:creationId xmlns:a16="http://schemas.microsoft.com/office/drawing/2014/main" id="{A6BF37F2-5E51-EBE6-FB74-03ECD1F0CB05}"/>
              </a:ext>
            </a:extLst>
          </p:cNvPr>
          <p:cNvSpPr>
            <a:spLocks noGrp="1"/>
          </p:cNvSpPr>
          <p:nvPr>
            <p:ph type="title"/>
          </p:nvPr>
        </p:nvSpPr>
        <p:spPr>
          <a:xfrm>
            <a:off x="6196405" y="434446"/>
            <a:ext cx="5527106" cy="667808"/>
          </a:xfrm>
        </p:spPr>
        <p:txBody>
          <a:bodyPr anchor="b">
            <a:normAutofit/>
          </a:bodyPr>
          <a:lstStyle>
            <a:lvl1pPr>
              <a:defRPr sz="3200" b="1">
                <a:solidFill>
                  <a:srgbClr val="005596"/>
                </a:solidFill>
                <a:latin typeface="Poppins" pitchFamily="2" charset="77"/>
                <a:cs typeface="Poppins" pitchFamily="2" charset="77"/>
              </a:defRPr>
            </a:lvl1pPr>
          </a:lstStyle>
          <a:p>
            <a:r>
              <a:rPr lang="en-US"/>
              <a:t>Click to edit Master title style</a:t>
            </a:r>
            <a:endParaRPr lang="en-MX"/>
          </a:p>
        </p:txBody>
      </p:sp>
      <p:sp>
        <p:nvSpPr>
          <p:cNvPr id="8" name="Content Placeholder 5">
            <a:extLst>
              <a:ext uri="{FF2B5EF4-FFF2-40B4-BE49-F238E27FC236}">
                <a16:creationId xmlns:a16="http://schemas.microsoft.com/office/drawing/2014/main" id="{774CE37E-4F1A-62C7-ADCA-33781ABD6614}"/>
              </a:ext>
            </a:extLst>
          </p:cNvPr>
          <p:cNvSpPr>
            <a:spLocks noGrp="1"/>
          </p:cNvSpPr>
          <p:nvPr>
            <p:ph sz="quarter" idx="12"/>
          </p:nvPr>
        </p:nvSpPr>
        <p:spPr>
          <a:xfrm>
            <a:off x="6279197" y="1548588"/>
            <a:ext cx="5394960" cy="4389120"/>
          </a:xfrm>
          <a:prstGeom prst="rect">
            <a:avLst/>
          </a:prstGeo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p:txBody>
      </p:sp>
      <p:sp>
        <p:nvSpPr>
          <p:cNvPr id="6" name="Text Placeholder 6">
            <a:extLst>
              <a:ext uri="{FF2B5EF4-FFF2-40B4-BE49-F238E27FC236}">
                <a16:creationId xmlns:a16="http://schemas.microsoft.com/office/drawing/2014/main" id="{BDDCA529-E988-9621-FBE7-7DFBDAC06229}"/>
              </a:ext>
            </a:extLst>
          </p:cNvPr>
          <p:cNvSpPr>
            <a:spLocks noGrp="1"/>
          </p:cNvSpPr>
          <p:nvPr>
            <p:ph type="body" sz="quarter" idx="11" hasCustomPrompt="1"/>
          </p:nvPr>
        </p:nvSpPr>
        <p:spPr>
          <a:xfrm>
            <a:off x="6196405" y="1078443"/>
            <a:ext cx="5522600" cy="423862"/>
          </a:xfrm>
        </p:spPr>
        <p:txBody>
          <a:bodyPr>
            <a:normAutofit/>
          </a:bodyPr>
          <a:lstStyle>
            <a:lvl1pPr>
              <a:defRPr sz="2000" b="0" i="0">
                <a:solidFill>
                  <a:schemeClr val="bg1">
                    <a:lumMod val="50000"/>
                  </a:schemeClr>
                </a:solidFill>
                <a:latin typeface="Poppins Medium" pitchFamily="2" charset="77"/>
                <a:cs typeface="Poppins Medium" pitchFamily="2" charset="77"/>
              </a:defRPr>
            </a:lvl1pPr>
          </a:lstStyle>
          <a:p>
            <a:r>
              <a:rPr lang="en-US"/>
              <a:t>Click to edit Master subtitle style</a:t>
            </a:r>
            <a:endParaRPr lang="en-MX"/>
          </a:p>
        </p:txBody>
      </p:sp>
    </p:spTree>
    <p:extLst>
      <p:ext uri="{BB962C8B-B14F-4D97-AF65-F5344CB8AC3E}">
        <p14:creationId xmlns:p14="http://schemas.microsoft.com/office/powerpoint/2010/main" val="104420313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Quote Slide">
    <p:spTree>
      <p:nvGrpSpPr>
        <p:cNvPr id="1" name=""/>
        <p:cNvGrpSpPr/>
        <p:nvPr/>
      </p:nvGrpSpPr>
      <p:grpSpPr>
        <a:xfrm>
          <a:off x="0" y="0"/>
          <a:ext cx="0" cy="0"/>
          <a:chOff x="0" y="0"/>
          <a:chExt cx="0" cy="0"/>
        </a:xfrm>
      </p:grpSpPr>
      <p:pic>
        <p:nvPicPr>
          <p:cNvPr id="10" name="Picture 9" descr="A picture containing shape&#10;&#10;Description automatically generated">
            <a:extLst>
              <a:ext uri="{FF2B5EF4-FFF2-40B4-BE49-F238E27FC236}">
                <a16:creationId xmlns:a16="http://schemas.microsoft.com/office/drawing/2014/main" id="{67254B57-7D3C-B80E-6390-803809FF6BF4}"/>
              </a:ext>
            </a:extLst>
          </p:cNvPr>
          <p:cNvPicPr>
            <a:picLocks noChangeAspect="1"/>
          </p:cNvPicPr>
          <p:nvPr/>
        </p:nvPicPr>
        <p:blipFill>
          <a:blip r:embed="rId2"/>
          <a:stretch>
            <a:fillRect/>
          </a:stretch>
        </p:blipFill>
        <p:spPr>
          <a:xfrm>
            <a:off x="2764027" y="1240897"/>
            <a:ext cx="6709101" cy="5171898"/>
          </a:xfrm>
          <a:prstGeom prst="rect">
            <a:avLst/>
          </a:prstGeom>
        </p:spPr>
      </p:pic>
      <p:pic>
        <p:nvPicPr>
          <p:cNvPr id="8" name="Picture 7" descr="Logo&#10;&#10;Description automatically generated">
            <a:extLst>
              <a:ext uri="{FF2B5EF4-FFF2-40B4-BE49-F238E27FC236}">
                <a16:creationId xmlns:a16="http://schemas.microsoft.com/office/drawing/2014/main" id="{FBDAFC67-98EC-38E5-D42A-6AD12DFB7571}"/>
              </a:ext>
            </a:extLst>
          </p:cNvPr>
          <p:cNvPicPr>
            <a:picLocks noChangeAspect="1"/>
          </p:cNvPicPr>
          <p:nvPr/>
        </p:nvPicPr>
        <p:blipFill>
          <a:blip r:embed="rId3"/>
          <a:stretch>
            <a:fillRect/>
          </a:stretch>
        </p:blipFill>
        <p:spPr>
          <a:xfrm>
            <a:off x="10294021" y="6384043"/>
            <a:ext cx="1380136" cy="445205"/>
          </a:xfrm>
          <a:prstGeom prst="rect">
            <a:avLst/>
          </a:prstGeom>
        </p:spPr>
      </p:pic>
      <p:sp>
        <p:nvSpPr>
          <p:cNvPr id="2" name="Title 1">
            <a:extLst>
              <a:ext uri="{FF2B5EF4-FFF2-40B4-BE49-F238E27FC236}">
                <a16:creationId xmlns:a16="http://schemas.microsoft.com/office/drawing/2014/main" id="{99CB4A5C-DF63-8836-72EC-68379B22B9BF}"/>
              </a:ext>
            </a:extLst>
          </p:cNvPr>
          <p:cNvSpPr>
            <a:spLocks noGrp="1"/>
          </p:cNvSpPr>
          <p:nvPr>
            <p:ph type="title" hasCustomPrompt="1"/>
          </p:nvPr>
        </p:nvSpPr>
        <p:spPr>
          <a:xfrm>
            <a:off x="4215328" y="1240897"/>
            <a:ext cx="4271447" cy="594431"/>
          </a:xfrm>
        </p:spPr>
        <p:txBody>
          <a:bodyPr>
            <a:normAutofit/>
          </a:bodyPr>
          <a:lstStyle>
            <a:lvl1pPr algn="r">
              <a:defRPr sz="3200" b="1" i="0">
                <a:solidFill>
                  <a:srgbClr val="005596"/>
                </a:solidFill>
                <a:latin typeface="Poppins" pitchFamily="2" charset="77"/>
                <a:cs typeface="Poppins" pitchFamily="2" charset="77"/>
              </a:defRPr>
            </a:lvl1pPr>
          </a:lstStyle>
          <a:p>
            <a:r>
              <a:rPr lang="en-US"/>
              <a:t>John Doe</a:t>
            </a:r>
            <a:endParaRPr lang="en-MX"/>
          </a:p>
        </p:txBody>
      </p:sp>
      <p:sp>
        <p:nvSpPr>
          <p:cNvPr id="7" name="Text Placeholder 6">
            <a:extLst>
              <a:ext uri="{FF2B5EF4-FFF2-40B4-BE49-F238E27FC236}">
                <a16:creationId xmlns:a16="http://schemas.microsoft.com/office/drawing/2014/main" id="{A6A30456-AA2D-3271-9115-D02FEF5AE275}"/>
              </a:ext>
            </a:extLst>
          </p:cNvPr>
          <p:cNvSpPr>
            <a:spLocks noGrp="1"/>
          </p:cNvSpPr>
          <p:nvPr>
            <p:ph type="body" sz="quarter" idx="10"/>
          </p:nvPr>
        </p:nvSpPr>
        <p:spPr>
          <a:xfrm>
            <a:off x="4214813" y="2009775"/>
            <a:ext cx="4271447" cy="2587625"/>
          </a:xfrm>
        </p:spPr>
        <p:txBody>
          <a:bodyPr>
            <a:normAutofit/>
          </a:bodyPr>
          <a:lstStyle>
            <a:lvl1pPr algn="ctr">
              <a:defRPr sz="2800" i="1">
                <a:solidFill>
                  <a:schemeClr val="bg1">
                    <a:lumMod val="50000"/>
                  </a:schemeClr>
                </a:solidFill>
              </a:defRPr>
            </a:lvl1pPr>
          </a:lstStyle>
          <a:p>
            <a:pPr lvl="0"/>
            <a:r>
              <a:rPr lang="en-US"/>
              <a:t>Click to edit Master text styles</a:t>
            </a:r>
          </a:p>
        </p:txBody>
      </p:sp>
    </p:spTree>
    <p:extLst>
      <p:ext uri="{BB962C8B-B14F-4D97-AF65-F5344CB8AC3E}">
        <p14:creationId xmlns:p14="http://schemas.microsoft.com/office/powerpoint/2010/main" val="323952655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ullet Slide">
    <p:spTree>
      <p:nvGrpSpPr>
        <p:cNvPr id="1" name=""/>
        <p:cNvGrpSpPr/>
        <p:nvPr/>
      </p:nvGrpSpPr>
      <p:grpSpPr>
        <a:xfrm>
          <a:off x="0" y="0"/>
          <a:ext cx="0" cy="0"/>
          <a:chOff x="0" y="0"/>
          <a:chExt cx="0" cy="0"/>
        </a:xfrm>
      </p:grpSpPr>
      <p:pic>
        <p:nvPicPr>
          <p:cNvPr id="6" name="Picture 5" descr="Diagram&#10;&#10;Description automatically generated with low confidence">
            <a:extLst>
              <a:ext uri="{FF2B5EF4-FFF2-40B4-BE49-F238E27FC236}">
                <a16:creationId xmlns:a16="http://schemas.microsoft.com/office/drawing/2014/main" id="{2997DA69-4CDE-50A1-AFCA-66FEB74221EA}"/>
              </a:ext>
            </a:extLst>
          </p:cNvPr>
          <p:cNvPicPr>
            <a:picLocks noChangeAspect="1"/>
          </p:cNvPicPr>
          <p:nvPr/>
        </p:nvPicPr>
        <p:blipFill>
          <a:blip r:embed="rId2"/>
          <a:stretch>
            <a:fillRect/>
          </a:stretch>
        </p:blipFill>
        <p:spPr>
          <a:xfrm>
            <a:off x="366779" y="1720651"/>
            <a:ext cx="11458444" cy="1708350"/>
          </a:xfrm>
          <a:prstGeom prst="rect">
            <a:avLst/>
          </a:prstGeom>
        </p:spPr>
      </p:pic>
      <p:sp>
        <p:nvSpPr>
          <p:cNvPr id="4" name="Title 1">
            <a:extLst>
              <a:ext uri="{FF2B5EF4-FFF2-40B4-BE49-F238E27FC236}">
                <a16:creationId xmlns:a16="http://schemas.microsoft.com/office/drawing/2014/main" id="{FD562C5F-11BC-838C-96DD-BF84E16B5293}"/>
              </a:ext>
            </a:extLst>
          </p:cNvPr>
          <p:cNvSpPr>
            <a:spLocks noGrp="1"/>
          </p:cNvSpPr>
          <p:nvPr>
            <p:ph type="title"/>
          </p:nvPr>
        </p:nvSpPr>
        <p:spPr>
          <a:xfrm>
            <a:off x="468489" y="434446"/>
            <a:ext cx="6338711" cy="667808"/>
          </a:xfrm>
        </p:spPr>
        <p:txBody>
          <a:bodyPr anchor="b">
            <a:normAutofit/>
          </a:bodyPr>
          <a:lstStyle>
            <a:lvl1pPr>
              <a:defRPr sz="3200" b="1">
                <a:solidFill>
                  <a:srgbClr val="005596"/>
                </a:solidFill>
                <a:latin typeface="Poppins" pitchFamily="2" charset="77"/>
                <a:cs typeface="Poppins" pitchFamily="2" charset="77"/>
              </a:defRPr>
            </a:lvl1pPr>
          </a:lstStyle>
          <a:p>
            <a:r>
              <a:rPr lang="en-US"/>
              <a:t>Click to edit Master title style</a:t>
            </a:r>
            <a:endParaRPr lang="en-MX"/>
          </a:p>
        </p:txBody>
      </p:sp>
      <p:sp>
        <p:nvSpPr>
          <p:cNvPr id="7" name="Text Placeholder 2">
            <a:extLst>
              <a:ext uri="{FF2B5EF4-FFF2-40B4-BE49-F238E27FC236}">
                <a16:creationId xmlns:a16="http://schemas.microsoft.com/office/drawing/2014/main" id="{35600096-BCC5-7230-A89B-E520E506AF37}"/>
              </a:ext>
            </a:extLst>
          </p:cNvPr>
          <p:cNvSpPr>
            <a:spLocks noGrp="1"/>
          </p:cNvSpPr>
          <p:nvPr>
            <p:ph type="body" idx="1"/>
          </p:nvPr>
        </p:nvSpPr>
        <p:spPr>
          <a:xfrm>
            <a:off x="374360" y="3429000"/>
            <a:ext cx="2194028" cy="1500187"/>
          </a:xfrm>
          <a:prstGeom prst="rect">
            <a:avLst/>
          </a:prstGeom>
        </p:spPr>
        <p:txBody>
          <a:bodyPr>
            <a:normAutofit/>
          </a:bodyPr>
          <a:lstStyle>
            <a:lvl1pPr marL="285750" indent="-285750">
              <a:buFont typeface="Arial" panose="020B0604020202020204" pitchFamily="34" charset="0"/>
              <a:buChar char="•"/>
              <a:defRPr sz="1400">
                <a:solidFill>
                  <a:schemeClr val="tx1">
                    <a:lumMod val="95000"/>
                    <a:lumOff val="5000"/>
                  </a:schemeClr>
                </a:solidFill>
                <a:latin typeface="Khula Regular" panose="02000000000000000000" pitchFamily="2" charset="0"/>
                <a:cs typeface="Khula Regular"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8" name="Text Placeholder 2">
            <a:extLst>
              <a:ext uri="{FF2B5EF4-FFF2-40B4-BE49-F238E27FC236}">
                <a16:creationId xmlns:a16="http://schemas.microsoft.com/office/drawing/2014/main" id="{93519CD5-9C94-88A6-83D9-6BD86A1B3D56}"/>
              </a:ext>
            </a:extLst>
          </p:cNvPr>
          <p:cNvSpPr>
            <a:spLocks noGrp="1"/>
          </p:cNvSpPr>
          <p:nvPr>
            <p:ph type="body" idx="11"/>
          </p:nvPr>
        </p:nvSpPr>
        <p:spPr>
          <a:xfrm>
            <a:off x="5036009" y="3429000"/>
            <a:ext cx="2194028" cy="1500187"/>
          </a:xfrm>
          <a:prstGeom prst="rect">
            <a:avLst/>
          </a:prstGeom>
        </p:spPr>
        <p:txBody>
          <a:bodyPr>
            <a:normAutofit/>
          </a:bodyPr>
          <a:lstStyle>
            <a:lvl1pPr marL="285750" indent="-285750">
              <a:buFont typeface="Arial" panose="020B0604020202020204" pitchFamily="34" charset="0"/>
              <a:buChar char="•"/>
              <a:defRPr sz="1400" b="0" i="0">
                <a:solidFill>
                  <a:schemeClr val="tx1">
                    <a:lumMod val="95000"/>
                    <a:lumOff val="5000"/>
                  </a:schemeClr>
                </a:solidFill>
                <a:latin typeface="Khula Regular" panose="02000000000000000000" pitchFamily="2" charset="0"/>
                <a:cs typeface="Khula Regular"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9" name="Text Placeholder 2">
            <a:extLst>
              <a:ext uri="{FF2B5EF4-FFF2-40B4-BE49-F238E27FC236}">
                <a16:creationId xmlns:a16="http://schemas.microsoft.com/office/drawing/2014/main" id="{4471196B-D805-6FD9-C3D1-2EA90F002AA1}"/>
              </a:ext>
            </a:extLst>
          </p:cNvPr>
          <p:cNvSpPr>
            <a:spLocks noGrp="1"/>
          </p:cNvSpPr>
          <p:nvPr>
            <p:ph type="body" idx="12"/>
          </p:nvPr>
        </p:nvSpPr>
        <p:spPr>
          <a:xfrm>
            <a:off x="9631194" y="3429000"/>
            <a:ext cx="2194028" cy="1500187"/>
          </a:xfrm>
          <a:prstGeom prst="rect">
            <a:avLst/>
          </a:prstGeom>
        </p:spPr>
        <p:txBody>
          <a:bodyPr>
            <a:normAutofit/>
          </a:bodyPr>
          <a:lstStyle>
            <a:lvl1pPr marL="285750" indent="-285750">
              <a:buFont typeface="Arial" panose="020B0604020202020204" pitchFamily="34" charset="0"/>
              <a:buChar char="•"/>
              <a:defRPr sz="1400" b="0" i="0">
                <a:solidFill>
                  <a:schemeClr val="tx1">
                    <a:lumMod val="95000"/>
                    <a:lumOff val="5000"/>
                  </a:schemeClr>
                </a:solidFill>
                <a:latin typeface="Khula Regular" panose="02000000000000000000" pitchFamily="2" charset="0"/>
                <a:cs typeface="Khula Regular"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Text Placeholder 2">
            <a:extLst>
              <a:ext uri="{FF2B5EF4-FFF2-40B4-BE49-F238E27FC236}">
                <a16:creationId xmlns:a16="http://schemas.microsoft.com/office/drawing/2014/main" id="{690F7055-6F36-C99A-66DE-47123AF2BFD7}"/>
              </a:ext>
            </a:extLst>
          </p:cNvPr>
          <p:cNvSpPr>
            <a:spLocks noGrp="1"/>
          </p:cNvSpPr>
          <p:nvPr>
            <p:ph type="body" idx="13" hasCustomPrompt="1"/>
          </p:nvPr>
        </p:nvSpPr>
        <p:spPr>
          <a:xfrm>
            <a:off x="905269" y="2339814"/>
            <a:ext cx="708378" cy="640977"/>
          </a:xfrm>
          <a:prstGeom prst="rect">
            <a:avLst/>
          </a:prstGeom>
        </p:spPr>
        <p:txBody>
          <a:bodyPr>
            <a:normAutofit/>
          </a:bodyPr>
          <a:lstStyle>
            <a:lvl1pPr marL="0" indent="0">
              <a:buNone/>
              <a:defRPr sz="3600" b="1">
                <a:solidFill>
                  <a:schemeClr val="bg1"/>
                </a:solidFill>
                <a:latin typeface="Century Gothic" panose="020B0502020202020204" pitchFamily="34" charset="0"/>
                <a:cs typeface="Poppins"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01</a:t>
            </a:r>
          </a:p>
        </p:txBody>
      </p:sp>
      <p:sp>
        <p:nvSpPr>
          <p:cNvPr id="11" name="Text Placeholder 2">
            <a:extLst>
              <a:ext uri="{FF2B5EF4-FFF2-40B4-BE49-F238E27FC236}">
                <a16:creationId xmlns:a16="http://schemas.microsoft.com/office/drawing/2014/main" id="{C4514C5E-AD10-540E-4124-EF0FB6341F93}"/>
              </a:ext>
            </a:extLst>
          </p:cNvPr>
          <p:cNvSpPr>
            <a:spLocks noGrp="1"/>
          </p:cNvSpPr>
          <p:nvPr>
            <p:ph type="body" idx="14" hasCustomPrompt="1"/>
          </p:nvPr>
        </p:nvSpPr>
        <p:spPr>
          <a:xfrm>
            <a:off x="5867234" y="2339814"/>
            <a:ext cx="708378" cy="640977"/>
          </a:xfrm>
          <a:prstGeom prst="rect">
            <a:avLst/>
          </a:prstGeom>
        </p:spPr>
        <p:txBody>
          <a:bodyPr>
            <a:normAutofit/>
          </a:bodyPr>
          <a:lstStyle>
            <a:lvl1pPr marL="0" indent="0">
              <a:buNone/>
              <a:defRPr sz="3600" b="1">
                <a:solidFill>
                  <a:schemeClr val="bg1"/>
                </a:solidFill>
                <a:latin typeface="Century Gothic" panose="020B0502020202020204" pitchFamily="34" charset="0"/>
                <a:cs typeface="Poppins"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02</a:t>
            </a:r>
          </a:p>
        </p:txBody>
      </p:sp>
      <p:sp>
        <p:nvSpPr>
          <p:cNvPr id="12" name="Text Placeholder 2">
            <a:extLst>
              <a:ext uri="{FF2B5EF4-FFF2-40B4-BE49-F238E27FC236}">
                <a16:creationId xmlns:a16="http://schemas.microsoft.com/office/drawing/2014/main" id="{1B270200-8E34-DBA3-0E5F-541E3CFC8E3F}"/>
              </a:ext>
            </a:extLst>
          </p:cNvPr>
          <p:cNvSpPr>
            <a:spLocks noGrp="1"/>
          </p:cNvSpPr>
          <p:nvPr>
            <p:ph type="body" idx="15" hasCustomPrompt="1"/>
          </p:nvPr>
        </p:nvSpPr>
        <p:spPr>
          <a:xfrm>
            <a:off x="10587152" y="2245685"/>
            <a:ext cx="708378" cy="640977"/>
          </a:xfrm>
          <a:prstGeom prst="rect">
            <a:avLst/>
          </a:prstGeom>
        </p:spPr>
        <p:txBody>
          <a:bodyPr>
            <a:normAutofit/>
          </a:bodyPr>
          <a:lstStyle>
            <a:lvl1pPr marL="0" indent="0">
              <a:buNone/>
              <a:defRPr sz="3600" b="1">
                <a:solidFill>
                  <a:schemeClr val="bg1"/>
                </a:solidFill>
                <a:latin typeface="Century Gothic" panose="020B0502020202020204" pitchFamily="34" charset="0"/>
                <a:cs typeface="Poppins"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03</a:t>
            </a:r>
          </a:p>
        </p:txBody>
      </p:sp>
      <p:pic>
        <p:nvPicPr>
          <p:cNvPr id="13" name="Picture 12" descr="Logo&#10;&#10;Description automatically generated">
            <a:extLst>
              <a:ext uri="{FF2B5EF4-FFF2-40B4-BE49-F238E27FC236}">
                <a16:creationId xmlns:a16="http://schemas.microsoft.com/office/drawing/2014/main" id="{707FDABF-1499-C8ED-1211-B266C03BA966}"/>
              </a:ext>
            </a:extLst>
          </p:cNvPr>
          <p:cNvPicPr>
            <a:picLocks noChangeAspect="1"/>
          </p:cNvPicPr>
          <p:nvPr/>
        </p:nvPicPr>
        <p:blipFill>
          <a:blip r:embed="rId3"/>
          <a:stretch>
            <a:fillRect/>
          </a:stretch>
        </p:blipFill>
        <p:spPr>
          <a:xfrm>
            <a:off x="10294021" y="6384043"/>
            <a:ext cx="1380136" cy="445205"/>
          </a:xfrm>
          <a:prstGeom prst="rect">
            <a:avLst/>
          </a:prstGeom>
        </p:spPr>
      </p:pic>
      <p:sp>
        <p:nvSpPr>
          <p:cNvPr id="3" name="Text Placeholder 6">
            <a:extLst>
              <a:ext uri="{FF2B5EF4-FFF2-40B4-BE49-F238E27FC236}">
                <a16:creationId xmlns:a16="http://schemas.microsoft.com/office/drawing/2014/main" id="{C70B6598-8CAB-2259-48E1-A3E5F3F9CF14}"/>
              </a:ext>
            </a:extLst>
          </p:cNvPr>
          <p:cNvSpPr>
            <a:spLocks noGrp="1"/>
          </p:cNvSpPr>
          <p:nvPr>
            <p:ph type="body" sz="quarter" idx="16" hasCustomPrompt="1"/>
          </p:nvPr>
        </p:nvSpPr>
        <p:spPr>
          <a:xfrm>
            <a:off x="468313" y="1211263"/>
            <a:ext cx="6338711" cy="423862"/>
          </a:xfrm>
        </p:spPr>
        <p:txBody>
          <a:bodyPr>
            <a:normAutofit/>
          </a:bodyPr>
          <a:lstStyle>
            <a:lvl1pPr>
              <a:defRPr sz="2000" b="0" i="0">
                <a:solidFill>
                  <a:schemeClr val="bg1">
                    <a:lumMod val="50000"/>
                  </a:schemeClr>
                </a:solidFill>
                <a:latin typeface="Poppins Medium" pitchFamily="2" charset="77"/>
                <a:cs typeface="Poppins Medium" pitchFamily="2" charset="77"/>
              </a:defRPr>
            </a:lvl1pPr>
          </a:lstStyle>
          <a:p>
            <a:r>
              <a:rPr lang="en-US"/>
              <a:t>Click to edit Master subtitle style</a:t>
            </a:r>
            <a:endParaRPr lang="en-MX"/>
          </a:p>
        </p:txBody>
      </p:sp>
    </p:spTree>
    <p:extLst>
      <p:ext uri="{BB962C8B-B14F-4D97-AF65-F5344CB8AC3E}">
        <p14:creationId xmlns:p14="http://schemas.microsoft.com/office/powerpoint/2010/main" val="2833319607"/>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Bullet 2 Slid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8B4BFC0-5F41-F0CD-41C1-89DD22A4B8CD}"/>
              </a:ext>
            </a:extLst>
          </p:cNvPr>
          <p:cNvSpPr>
            <a:spLocks noGrp="1"/>
          </p:cNvSpPr>
          <p:nvPr>
            <p:ph type="title"/>
          </p:nvPr>
        </p:nvSpPr>
        <p:spPr>
          <a:xfrm>
            <a:off x="468489" y="434446"/>
            <a:ext cx="6338711" cy="667808"/>
          </a:xfrm>
        </p:spPr>
        <p:txBody>
          <a:bodyPr anchor="b">
            <a:normAutofit/>
          </a:bodyPr>
          <a:lstStyle>
            <a:lvl1pPr>
              <a:defRPr sz="3200" b="1">
                <a:solidFill>
                  <a:srgbClr val="005596"/>
                </a:solidFill>
                <a:latin typeface="Poppins" pitchFamily="2" charset="77"/>
                <a:cs typeface="Poppins" pitchFamily="2" charset="77"/>
              </a:defRPr>
            </a:lvl1pPr>
          </a:lstStyle>
          <a:p>
            <a:r>
              <a:rPr lang="en-US"/>
              <a:t>Click to edit Master title style</a:t>
            </a:r>
            <a:endParaRPr lang="en-MX"/>
          </a:p>
        </p:txBody>
      </p:sp>
      <p:sp>
        <p:nvSpPr>
          <p:cNvPr id="9" name="Text Placeholder 2">
            <a:extLst>
              <a:ext uri="{FF2B5EF4-FFF2-40B4-BE49-F238E27FC236}">
                <a16:creationId xmlns:a16="http://schemas.microsoft.com/office/drawing/2014/main" id="{48A22F27-9D7B-C6E5-5AEE-45A8127F8A4B}"/>
              </a:ext>
            </a:extLst>
          </p:cNvPr>
          <p:cNvSpPr>
            <a:spLocks noGrp="1"/>
          </p:cNvSpPr>
          <p:nvPr>
            <p:ph type="body" idx="1"/>
          </p:nvPr>
        </p:nvSpPr>
        <p:spPr>
          <a:xfrm>
            <a:off x="2465675" y="1928813"/>
            <a:ext cx="2194028" cy="1500187"/>
          </a:xfrm>
          <a:prstGeom prst="rect">
            <a:avLst/>
          </a:prstGeom>
        </p:spPr>
        <p:txBody>
          <a:bodyPr>
            <a:normAutofit/>
          </a:bodyPr>
          <a:lstStyle>
            <a:lvl1pPr marL="285750" indent="-285750">
              <a:buFont typeface="Arial" panose="020B0604020202020204" pitchFamily="34" charset="0"/>
              <a:buChar char="•"/>
              <a:defRPr sz="1400" b="0" i="0">
                <a:solidFill>
                  <a:schemeClr val="tx1">
                    <a:lumMod val="95000"/>
                    <a:lumOff val="5000"/>
                  </a:schemeClr>
                </a:solidFill>
                <a:latin typeface="Khula Regular" panose="02000000000000000000" pitchFamily="2" charset="0"/>
                <a:cs typeface="Khula Regular"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Text Placeholder 2">
            <a:extLst>
              <a:ext uri="{FF2B5EF4-FFF2-40B4-BE49-F238E27FC236}">
                <a16:creationId xmlns:a16="http://schemas.microsoft.com/office/drawing/2014/main" id="{29D1BCEA-C3F0-C467-A5F4-3E70D00760AE}"/>
              </a:ext>
            </a:extLst>
          </p:cNvPr>
          <p:cNvSpPr>
            <a:spLocks noGrp="1"/>
          </p:cNvSpPr>
          <p:nvPr>
            <p:ph type="body" idx="11"/>
          </p:nvPr>
        </p:nvSpPr>
        <p:spPr>
          <a:xfrm>
            <a:off x="2465675" y="4040002"/>
            <a:ext cx="2194028" cy="1500187"/>
          </a:xfrm>
          <a:prstGeom prst="rect">
            <a:avLst/>
          </a:prstGeom>
        </p:spPr>
        <p:txBody>
          <a:bodyPr>
            <a:normAutofit/>
          </a:bodyPr>
          <a:lstStyle>
            <a:lvl1pPr marL="285750" indent="-285750">
              <a:buFont typeface="Arial" panose="020B0604020202020204" pitchFamily="34" charset="0"/>
              <a:buChar char="•"/>
              <a:defRPr sz="1400" b="0" i="0">
                <a:solidFill>
                  <a:schemeClr val="tx1">
                    <a:lumMod val="95000"/>
                    <a:lumOff val="5000"/>
                  </a:schemeClr>
                </a:solidFill>
                <a:latin typeface="Khula Regular" panose="02000000000000000000" pitchFamily="2" charset="0"/>
                <a:cs typeface="Khula Regular"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1" name="Text Placeholder 2">
            <a:extLst>
              <a:ext uri="{FF2B5EF4-FFF2-40B4-BE49-F238E27FC236}">
                <a16:creationId xmlns:a16="http://schemas.microsoft.com/office/drawing/2014/main" id="{25AF7E3C-6319-3513-11F9-ED0708003958}"/>
              </a:ext>
            </a:extLst>
          </p:cNvPr>
          <p:cNvSpPr>
            <a:spLocks noGrp="1"/>
          </p:cNvSpPr>
          <p:nvPr>
            <p:ph type="body" idx="12"/>
          </p:nvPr>
        </p:nvSpPr>
        <p:spPr>
          <a:xfrm>
            <a:off x="8019311" y="1928813"/>
            <a:ext cx="2194028" cy="1500187"/>
          </a:xfrm>
          <a:prstGeom prst="rect">
            <a:avLst/>
          </a:prstGeom>
        </p:spPr>
        <p:txBody>
          <a:bodyPr>
            <a:normAutofit/>
          </a:bodyPr>
          <a:lstStyle>
            <a:lvl1pPr marL="285750" indent="-285750">
              <a:buFont typeface="Arial" panose="020B0604020202020204" pitchFamily="34" charset="0"/>
              <a:buChar char="•"/>
              <a:defRPr sz="1400" b="0" i="0">
                <a:solidFill>
                  <a:schemeClr val="tx1">
                    <a:lumMod val="95000"/>
                    <a:lumOff val="5000"/>
                  </a:schemeClr>
                </a:solidFill>
                <a:latin typeface="Khula Regular" panose="02000000000000000000" pitchFamily="2" charset="0"/>
                <a:cs typeface="Khula Regular"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2" name="Text Placeholder 2">
            <a:extLst>
              <a:ext uri="{FF2B5EF4-FFF2-40B4-BE49-F238E27FC236}">
                <a16:creationId xmlns:a16="http://schemas.microsoft.com/office/drawing/2014/main" id="{39902DF3-A8F6-0F9C-63E4-C605347FF648}"/>
              </a:ext>
            </a:extLst>
          </p:cNvPr>
          <p:cNvSpPr>
            <a:spLocks noGrp="1"/>
          </p:cNvSpPr>
          <p:nvPr>
            <p:ph type="body" idx="13"/>
          </p:nvPr>
        </p:nvSpPr>
        <p:spPr>
          <a:xfrm>
            <a:off x="8019311" y="4040002"/>
            <a:ext cx="2194028" cy="1500187"/>
          </a:xfrm>
          <a:prstGeom prst="rect">
            <a:avLst/>
          </a:prstGeom>
        </p:spPr>
        <p:txBody>
          <a:bodyPr>
            <a:normAutofit/>
          </a:bodyPr>
          <a:lstStyle>
            <a:lvl1pPr marL="285750" indent="-285750">
              <a:buFont typeface="Arial" panose="020B0604020202020204" pitchFamily="34" charset="0"/>
              <a:buChar char="•"/>
              <a:defRPr sz="1400" b="0" i="0">
                <a:solidFill>
                  <a:schemeClr val="tx1">
                    <a:lumMod val="95000"/>
                    <a:lumOff val="5000"/>
                  </a:schemeClr>
                </a:solidFill>
                <a:latin typeface="Khula Regular" panose="02000000000000000000" pitchFamily="2" charset="0"/>
                <a:cs typeface="Khula Regular"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13" name="Picture 12" descr="Logo&#10;&#10;Description automatically generated">
            <a:extLst>
              <a:ext uri="{FF2B5EF4-FFF2-40B4-BE49-F238E27FC236}">
                <a16:creationId xmlns:a16="http://schemas.microsoft.com/office/drawing/2014/main" id="{6E59B898-2348-448A-E91C-826978FADD99}"/>
              </a:ext>
            </a:extLst>
          </p:cNvPr>
          <p:cNvPicPr>
            <a:picLocks noChangeAspect="1"/>
          </p:cNvPicPr>
          <p:nvPr/>
        </p:nvPicPr>
        <p:blipFill>
          <a:blip r:embed="rId2"/>
          <a:stretch>
            <a:fillRect/>
          </a:stretch>
        </p:blipFill>
        <p:spPr>
          <a:xfrm>
            <a:off x="10294021" y="6384043"/>
            <a:ext cx="1380136" cy="445205"/>
          </a:xfrm>
          <a:prstGeom prst="rect">
            <a:avLst/>
          </a:prstGeom>
        </p:spPr>
      </p:pic>
      <p:sp>
        <p:nvSpPr>
          <p:cNvPr id="3" name="Text Placeholder 6">
            <a:extLst>
              <a:ext uri="{FF2B5EF4-FFF2-40B4-BE49-F238E27FC236}">
                <a16:creationId xmlns:a16="http://schemas.microsoft.com/office/drawing/2014/main" id="{549049E8-CA35-3E9B-573C-E9371127F5DB}"/>
              </a:ext>
            </a:extLst>
          </p:cNvPr>
          <p:cNvSpPr>
            <a:spLocks noGrp="1"/>
          </p:cNvSpPr>
          <p:nvPr>
            <p:ph type="body" sz="quarter" idx="14" hasCustomPrompt="1"/>
          </p:nvPr>
        </p:nvSpPr>
        <p:spPr>
          <a:xfrm>
            <a:off x="468313" y="1211263"/>
            <a:ext cx="6338711" cy="423862"/>
          </a:xfrm>
        </p:spPr>
        <p:txBody>
          <a:bodyPr>
            <a:normAutofit/>
          </a:bodyPr>
          <a:lstStyle>
            <a:lvl1pPr>
              <a:defRPr sz="2000" b="0" i="0">
                <a:solidFill>
                  <a:schemeClr val="bg1">
                    <a:lumMod val="50000"/>
                  </a:schemeClr>
                </a:solidFill>
                <a:latin typeface="Poppins Medium" pitchFamily="2" charset="77"/>
                <a:cs typeface="Poppins Medium" pitchFamily="2" charset="77"/>
              </a:defRPr>
            </a:lvl1pPr>
          </a:lstStyle>
          <a:p>
            <a:r>
              <a:rPr lang="en-US"/>
              <a:t>Click to edit Master subtitle style</a:t>
            </a:r>
            <a:endParaRPr lang="en-MX"/>
          </a:p>
        </p:txBody>
      </p:sp>
    </p:spTree>
    <p:extLst>
      <p:ext uri="{BB962C8B-B14F-4D97-AF65-F5344CB8AC3E}">
        <p14:creationId xmlns:p14="http://schemas.microsoft.com/office/powerpoint/2010/main" val="186646560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act Slid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A3F71C3-C9CF-C020-3DA7-42C0516B1629}"/>
              </a:ext>
            </a:extLst>
          </p:cNvPr>
          <p:cNvSpPr>
            <a:spLocks noGrp="1"/>
          </p:cNvSpPr>
          <p:nvPr>
            <p:ph type="title"/>
          </p:nvPr>
        </p:nvSpPr>
        <p:spPr>
          <a:xfrm>
            <a:off x="468489" y="434446"/>
            <a:ext cx="6338711" cy="667808"/>
          </a:xfrm>
        </p:spPr>
        <p:txBody>
          <a:bodyPr anchor="b">
            <a:normAutofit/>
          </a:bodyPr>
          <a:lstStyle>
            <a:lvl1pPr>
              <a:defRPr sz="3200" b="1">
                <a:solidFill>
                  <a:srgbClr val="005596"/>
                </a:solidFill>
                <a:latin typeface="Poppins" pitchFamily="2" charset="77"/>
                <a:cs typeface="Poppins" pitchFamily="2" charset="77"/>
              </a:defRPr>
            </a:lvl1pPr>
          </a:lstStyle>
          <a:p>
            <a:r>
              <a:rPr lang="en-US"/>
              <a:t>Click to edit Master title style</a:t>
            </a:r>
            <a:endParaRPr lang="en-MX"/>
          </a:p>
        </p:txBody>
      </p:sp>
      <p:sp>
        <p:nvSpPr>
          <p:cNvPr id="8" name="Text Placeholder 2">
            <a:extLst>
              <a:ext uri="{FF2B5EF4-FFF2-40B4-BE49-F238E27FC236}">
                <a16:creationId xmlns:a16="http://schemas.microsoft.com/office/drawing/2014/main" id="{3F726CEF-56A7-FFEA-7D5C-C57FE809D37D}"/>
              </a:ext>
            </a:extLst>
          </p:cNvPr>
          <p:cNvSpPr>
            <a:spLocks noGrp="1"/>
          </p:cNvSpPr>
          <p:nvPr>
            <p:ph type="body" idx="1"/>
          </p:nvPr>
        </p:nvSpPr>
        <p:spPr>
          <a:xfrm>
            <a:off x="6327124" y="2972373"/>
            <a:ext cx="3034553" cy="1103364"/>
          </a:xfrm>
          <a:prstGeom prst="rect">
            <a:avLst/>
          </a:prstGeom>
        </p:spPr>
        <p:txBody>
          <a:bodyPr>
            <a:normAutofit/>
          </a:bodyPr>
          <a:lstStyle>
            <a:lvl1pPr marL="0" indent="0">
              <a:buNone/>
              <a:defRPr sz="1400" b="0" i="0">
                <a:solidFill>
                  <a:schemeClr val="tx1">
                    <a:lumMod val="95000"/>
                    <a:lumOff val="5000"/>
                  </a:schemeClr>
                </a:solidFill>
                <a:latin typeface="Khula Regular" panose="02000000000000000000" pitchFamily="2" charset="0"/>
                <a:cs typeface="Khula Regular"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z="1400"/>
              <a:t>Click to edit Master text styles</a:t>
            </a:r>
          </a:p>
        </p:txBody>
      </p:sp>
      <p:cxnSp>
        <p:nvCxnSpPr>
          <p:cNvPr id="11" name="Straight Connector 10">
            <a:extLst>
              <a:ext uri="{FF2B5EF4-FFF2-40B4-BE49-F238E27FC236}">
                <a16:creationId xmlns:a16="http://schemas.microsoft.com/office/drawing/2014/main" id="{B273EAE6-94EC-ACBC-E2C1-90D4971849C7}"/>
              </a:ext>
            </a:extLst>
          </p:cNvPr>
          <p:cNvCxnSpPr/>
          <p:nvPr/>
        </p:nvCxnSpPr>
        <p:spPr>
          <a:xfrm>
            <a:off x="5755341" y="2738904"/>
            <a:ext cx="0" cy="1570303"/>
          </a:xfrm>
          <a:prstGeom prst="line">
            <a:avLst/>
          </a:prstGeom>
          <a:ln w="127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pic>
        <p:nvPicPr>
          <p:cNvPr id="12" name="Picture 11" descr="Logo&#10;&#10;Description automatically generated">
            <a:extLst>
              <a:ext uri="{FF2B5EF4-FFF2-40B4-BE49-F238E27FC236}">
                <a16:creationId xmlns:a16="http://schemas.microsoft.com/office/drawing/2014/main" id="{12DFF03C-496A-CF14-7E80-D1EF5809D121}"/>
              </a:ext>
            </a:extLst>
          </p:cNvPr>
          <p:cNvPicPr>
            <a:picLocks noChangeAspect="1"/>
          </p:cNvPicPr>
          <p:nvPr/>
        </p:nvPicPr>
        <p:blipFill>
          <a:blip r:embed="rId2"/>
          <a:stretch>
            <a:fillRect/>
          </a:stretch>
        </p:blipFill>
        <p:spPr>
          <a:xfrm>
            <a:off x="10294021" y="6384043"/>
            <a:ext cx="1380136" cy="445205"/>
          </a:xfrm>
          <a:prstGeom prst="rect">
            <a:avLst/>
          </a:prstGeom>
        </p:spPr>
      </p:pic>
      <p:sp>
        <p:nvSpPr>
          <p:cNvPr id="7" name="Picture Placeholder 6">
            <a:extLst>
              <a:ext uri="{FF2B5EF4-FFF2-40B4-BE49-F238E27FC236}">
                <a16:creationId xmlns:a16="http://schemas.microsoft.com/office/drawing/2014/main" id="{6961031C-CBB7-C46D-3F69-E8FA9C56BC03}"/>
              </a:ext>
            </a:extLst>
          </p:cNvPr>
          <p:cNvSpPr>
            <a:spLocks noGrp="1"/>
          </p:cNvSpPr>
          <p:nvPr>
            <p:ph type="pic" sz="quarter" idx="10"/>
          </p:nvPr>
        </p:nvSpPr>
        <p:spPr>
          <a:xfrm>
            <a:off x="3367087" y="2738903"/>
            <a:ext cx="2119267" cy="1570303"/>
          </a:xfrm>
          <a:prstGeom prst="rect">
            <a:avLst/>
          </a:prstGeom>
        </p:spPr>
        <p:txBody>
          <a:bodyPr/>
          <a:lstStyle/>
          <a:p>
            <a:r>
              <a:rPr lang="en-US"/>
              <a:t>Click icon to add picture</a:t>
            </a:r>
          </a:p>
        </p:txBody>
      </p:sp>
    </p:spTree>
    <p:extLst>
      <p:ext uri="{BB962C8B-B14F-4D97-AF65-F5344CB8AC3E}">
        <p14:creationId xmlns:p14="http://schemas.microsoft.com/office/powerpoint/2010/main" val="261306295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2">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D384F42E-A74C-773B-7B96-F942975CEC14}"/>
              </a:ext>
            </a:extLst>
          </p:cNvPr>
          <p:cNvSpPr/>
          <p:nvPr/>
        </p:nvSpPr>
        <p:spPr>
          <a:xfrm>
            <a:off x="11250895" y="5144929"/>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9441727F-19A3-14E1-5EAC-C550CEB6A0D1}"/>
              </a:ext>
            </a:extLst>
          </p:cNvPr>
          <p:cNvSpPr/>
          <p:nvPr/>
        </p:nvSpPr>
        <p:spPr>
          <a:xfrm>
            <a:off x="685800" y="5495424"/>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38F4BC9-7EC1-BB35-827A-12F5DE411031}"/>
              </a:ext>
            </a:extLst>
          </p:cNvPr>
          <p:cNvSpPr/>
          <p:nvPr/>
        </p:nvSpPr>
        <p:spPr>
          <a:xfrm>
            <a:off x="10998565" y="5227361"/>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C4B01422-D65E-4B59-B62B-467B2E896592}"/>
              </a:ext>
            </a:extLst>
          </p:cNvPr>
          <p:cNvSpPr/>
          <p:nvPr/>
        </p:nvSpPr>
        <p:spPr>
          <a:xfrm>
            <a:off x="10976145" y="5227366"/>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1600200"/>
            <a:ext cx="10483927" cy="3492875"/>
          </a:xfrm>
        </p:spPr>
        <p:txBody>
          <a:bodyPr vert="horz" lIns="91440" tIns="45720" rIns="91440" bIns="45720" rtlCol="0" anchor="b">
            <a:noAutofit/>
          </a:bodyPr>
          <a:lstStyle>
            <a:lvl1pPr>
              <a:defRPr lang="en-US" sz="90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931314"/>
            <a:ext cx="10483927" cy="816864"/>
          </a:xfrm>
        </p:spPr>
        <p:txBody>
          <a:bodyPr vert="horz" lIns="91440" tIns="45720" rIns="91440" bIns="45720" rtlCol="0">
            <a:noAutofit/>
          </a:bodyPr>
          <a:lstStyle>
            <a:lvl1pPr marL="0" indent="0">
              <a:buNone/>
              <a:defRPr lang="en-US" sz="180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234111"/>
            <a:ext cx="2805405" cy="365125"/>
          </a:xfrm>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234111"/>
            <a:ext cx="2875064" cy="365125"/>
          </a:xfrm>
        </p:spPr>
        <p:txBody>
          <a:bodyPr>
            <a:noAutofit/>
          </a:bodyPr>
          <a:lstStyle/>
          <a:p>
            <a:fld id="{014DD65C-314F-4399-90A8-B6DFCAF21BE4}" type="datetime1">
              <a:rPr lang="en-US" smtClean="0"/>
              <a:t>10/16/2026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234111"/>
            <a:ext cx="429207" cy="365125"/>
          </a:xfrm>
        </p:spPr>
        <p:txBody>
          <a:bodyPr>
            <a:noAutofit/>
          </a:bodyPr>
          <a:lstStyle/>
          <a:p>
            <a:fld id="{AEAA3239-9EA4-4A65-A281-97F994456D9F}" type="slidenum">
              <a:rPr lang="en-US" smtClean="0"/>
              <a:t>‹#›</a:t>
            </a:fld>
            <a:endParaRPr lang="en-US"/>
          </a:p>
        </p:txBody>
      </p:sp>
      <p:pic>
        <p:nvPicPr>
          <p:cNvPr id="13" name="Line">
            <a:extLst>
              <a:ext uri="{FF2B5EF4-FFF2-40B4-BE49-F238E27FC236}">
                <a16:creationId xmlns:a16="http://schemas.microsoft.com/office/drawing/2014/main" id="{92FB147E-E273-E8B6-AD8E-67F305FC224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971802" y="4038600"/>
            <a:ext cx="10923934" cy="745198"/>
          </a:xfrm>
          <a:prstGeom prst="rect">
            <a:avLst/>
          </a:prstGeom>
        </p:spPr>
      </p:pic>
    </p:spTree>
    <p:extLst>
      <p:ext uri="{BB962C8B-B14F-4D97-AF65-F5344CB8AC3E}">
        <p14:creationId xmlns:p14="http://schemas.microsoft.com/office/powerpoint/2010/main" val="234344189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ection Header">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09600" y="990600"/>
            <a:ext cx="10058400" cy="5029200"/>
          </a:xfrm>
        </p:spPr>
        <p:txBody>
          <a:bodyPr vert="horz" lIns="91440" tIns="45720" rIns="91440" bIns="45720" rtlCol="0" anchor="b">
            <a:noAutofit/>
          </a:bodyPr>
          <a:lstStyle>
            <a:lvl1pPr>
              <a:defRPr lang="en-US" sz="11000" dirty="0"/>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noAutofit/>
          </a:bodyPr>
          <a:lstStyle/>
          <a:p>
            <a:fld id="{76FC08D9-20DE-421C-BE4E-310427BB699B}" type="datetime1">
              <a:rPr lang="en-US" smtClean="0"/>
              <a:t>10/16/2026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00501136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64763" cy="1426798"/>
          </a:xfrm>
        </p:spPr>
        <p:txBody>
          <a:bodyPr anchor="b">
            <a:noAutofit/>
          </a:bodyPr>
          <a:lstStyle>
            <a:lvl1pPr>
              <a:defRPr sz="5400"/>
            </a:lvl1pPr>
          </a:lstStyle>
          <a:p>
            <a:r>
              <a:rPr lang="en-US" dirty="0"/>
              <a:t>Click to edit Master title style</a:t>
            </a:r>
          </a:p>
        </p:txBody>
      </p:sp>
      <p:sp>
        <p:nvSpPr>
          <p:cNvPr id="4" name="Picture Placeholder 3">
            <a:extLst>
              <a:ext uri="{FF2B5EF4-FFF2-40B4-BE49-F238E27FC236}">
                <a16:creationId xmlns:a16="http://schemas.microsoft.com/office/drawing/2014/main" id="{45580E71-5349-7975-EE00-1D48FBB45527}"/>
              </a:ext>
            </a:extLst>
          </p:cNvPr>
          <p:cNvSpPr>
            <a:spLocks noGrp="1"/>
          </p:cNvSpPr>
          <p:nvPr>
            <p:ph type="pic" sz="quarter" idx="15"/>
          </p:nvPr>
        </p:nvSpPr>
        <p:spPr>
          <a:xfrm>
            <a:off x="609599" y="2514600"/>
            <a:ext cx="4564763" cy="3636598"/>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790060" y="685800"/>
            <a:ext cx="5792341" cy="5465398"/>
          </a:xfrm>
        </p:spPr>
        <p:txBody>
          <a:bodyPr anchor="b">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3CC8FB4D-92F2-4C28-8BFC-2AE0229C3E9A}" type="datetime1">
              <a:rPr lang="en-US" smtClean="0"/>
              <a:t>10/16/2026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915036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6858000" cy="1111532"/>
          </a:xfrm>
        </p:spPr>
        <p:txBody>
          <a:bodyPr anchor="b">
            <a:noAutofit/>
          </a:bodyPr>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noAutofit/>
          </a:bodyPr>
          <a:lstStyle/>
          <a:p>
            <a:r>
              <a:rPr lang="en-US"/>
              <a:t>Sample Footer Text</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noAutofit/>
          </a:bodyPr>
          <a:lstStyle/>
          <a:p>
            <a:fld id="{A7F72289-EB8A-47CA-A283-A769C9E761BF}" type="datetime1">
              <a:rPr lang="en-US" smtClean="0"/>
              <a:t>10/16/2026</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noAutofit/>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6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4060303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4" y="687787"/>
            <a:ext cx="3363259" cy="1993392"/>
          </a:xfrm>
        </p:spPr>
        <p:txBody>
          <a:bodyPr anchor="b">
            <a:noAutofit/>
          </a:bodyPr>
          <a:lstStyle>
            <a:lvl1pPr>
              <a:defRPr sz="54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1" y="2880360"/>
            <a:ext cx="3363259" cy="3274612"/>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8212663" y="6343955"/>
            <a:ext cx="2012061" cy="365125"/>
          </a:xfrm>
        </p:spPr>
        <p:txBody>
          <a:bodyPr>
            <a:noAutofit/>
          </a:bodyPr>
          <a:lstStyle/>
          <a:p>
            <a:r>
              <a:rPr lang="en-US"/>
              <a:t>Sample Footer Text</a:t>
            </a:r>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343955"/>
            <a:ext cx="922372" cy="365125"/>
          </a:xfrm>
        </p:spPr>
        <p:txBody>
          <a:bodyPr>
            <a:noAutofit/>
          </a:bodyPr>
          <a:lstStyle/>
          <a:p>
            <a:fld id="{0B4A3A31-ACEE-4A00-9ED7-D579651BDB0B}" type="datetime1">
              <a:rPr lang="en-US" smtClean="0"/>
              <a:t>10/16/2026</a:t>
            </a:fld>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3822373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685800"/>
            <a:ext cx="10055354" cy="4007406"/>
          </a:xfrm>
        </p:spPr>
        <p:txBody>
          <a:bodyPr vert="horz" lIns="91440" tIns="45720" rIns="91440" bIns="45720" rtlCol="0" anchor="t">
            <a:noAutofit/>
          </a:bodyPr>
          <a:lstStyle>
            <a:lvl1pPr>
              <a:defRPr lang="en-US" sz="9000" dirty="0">
                <a:solidFill>
                  <a:schemeClr val="bg2"/>
                </a:solidFill>
              </a:defRPr>
            </a:lvl1pPr>
          </a:lstStyle>
          <a:p>
            <a:pPr lvl="0"/>
            <a:r>
              <a:rPr lang="en-US" dirty="0"/>
              <a:t>Click to edit Master title style</a:t>
            </a:r>
          </a:p>
        </p:txBody>
      </p:sp>
      <p:sp>
        <p:nvSpPr>
          <p:cNvPr id="14" name="Subtitle 2">
            <a:extLst>
              <a:ext uri="{FF2B5EF4-FFF2-40B4-BE49-F238E27FC236}">
                <a16:creationId xmlns:a16="http://schemas.microsoft.com/office/drawing/2014/main" id="{29A3647E-D38D-4EA6-ADC1-75AA53F8988F}"/>
              </a:ext>
            </a:extLst>
          </p:cNvPr>
          <p:cNvSpPr>
            <a:spLocks noGrp="1"/>
          </p:cNvSpPr>
          <p:nvPr>
            <p:ph type="subTitle" idx="1"/>
          </p:nvPr>
        </p:nvSpPr>
        <p:spPr>
          <a:xfrm>
            <a:off x="609598" y="5427002"/>
            <a:ext cx="9144001" cy="745198"/>
          </a:xfrm>
        </p:spPr>
        <p:txBody>
          <a:bodyPr vert="horz" lIns="91440" tIns="45720" rIns="91440" bIns="45720" rtlCol="0" anchor="t">
            <a:noAutofit/>
          </a:bodyPr>
          <a:lstStyle>
            <a:lvl1pPr>
              <a:defRPr lang="en-US" dirty="0">
                <a:solidFill>
                  <a:schemeClr val="bg2"/>
                </a:solidFill>
              </a:defRPr>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6343955"/>
            <a:ext cx="2805405" cy="365125"/>
          </a:xfrm>
          <a:prstGeom prst="rect">
            <a:avLst/>
          </a:prstGeom>
        </p:spPr>
        <p:txBody>
          <a:bodyPr>
            <a:noAutofit/>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6343955"/>
            <a:ext cx="2202644" cy="365125"/>
          </a:xfrm>
          <a:prstGeom prst="rect">
            <a:avLst/>
          </a:prstGeom>
        </p:spPr>
        <p:txBody>
          <a:bodyPr>
            <a:noAutofit/>
          </a:bodyPr>
          <a:lstStyle>
            <a:lvl1pPr>
              <a:defRPr>
                <a:solidFill>
                  <a:schemeClr val="bg1"/>
                </a:solidFill>
              </a:defRPr>
            </a:lvl1pPr>
          </a:lstStyle>
          <a:p>
            <a:fld id="{77EA5D59-5512-467D-834D-D04827A6AF83}" type="datetime1">
              <a:rPr lang="en-US" smtClean="0"/>
              <a:pPr/>
              <a:t>10/16/2026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7" name="Freeform: Shape 6">
            <a:extLst>
              <a:ext uri="{FF2B5EF4-FFF2-40B4-BE49-F238E27FC236}">
                <a16:creationId xmlns:a16="http://schemas.microsoft.com/office/drawing/2014/main" id="{50459DEE-913E-5261-4E77-AF3657E3AE0B}"/>
              </a:ext>
            </a:extLst>
          </p:cNvPr>
          <p:cNvSpPr/>
          <p:nvPr/>
        </p:nvSpPr>
        <p:spPr>
          <a:xfrm>
            <a:off x="11250895" y="4648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52F9BC4F-9D44-3587-056B-336E1457A6E2}"/>
              </a:ext>
            </a:extLst>
          </p:cNvPr>
          <p:cNvSpPr/>
          <p:nvPr/>
        </p:nvSpPr>
        <p:spPr>
          <a:xfrm>
            <a:off x="685800" y="4998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509D5EC-E7EA-22BC-7C88-C33F509CB5CF}"/>
              </a:ext>
            </a:extLst>
          </p:cNvPr>
          <p:cNvSpPr/>
          <p:nvPr/>
        </p:nvSpPr>
        <p:spPr>
          <a:xfrm>
            <a:off x="10998565" y="4730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98E9758-F942-96A0-231D-A25933E4CA82}"/>
              </a:ext>
            </a:extLst>
          </p:cNvPr>
          <p:cNvSpPr/>
          <p:nvPr/>
        </p:nvSpPr>
        <p:spPr>
          <a:xfrm>
            <a:off x="10976145" y="4730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Tree>
    <p:extLst>
      <p:ext uri="{BB962C8B-B14F-4D97-AF65-F5344CB8AC3E}">
        <p14:creationId xmlns:p14="http://schemas.microsoft.com/office/powerpoint/2010/main" val="366515023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with Picture">
    <p:bg>
      <p:bgPr>
        <a:solidFill>
          <a:schemeClr val="tx2"/>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2C6C0090-085A-1FB3-B3B7-D8DA73A125FE}"/>
              </a:ext>
            </a:extLst>
          </p:cNvPr>
          <p:cNvSpPr>
            <a:spLocks noGrp="1"/>
          </p:cNvSpPr>
          <p:nvPr>
            <p:ph type="ctrTitle"/>
          </p:nvPr>
        </p:nvSpPr>
        <p:spPr>
          <a:xfrm>
            <a:off x="614172" y="4419600"/>
            <a:ext cx="10963657" cy="1352245"/>
          </a:xfrm>
        </p:spPr>
        <p:txBody>
          <a:bodyPr vert="horz" lIns="91440" tIns="45720" rIns="91440" bIns="45720" rtlCol="0" anchor="b">
            <a:noAutofit/>
          </a:bodyPr>
          <a:lstStyle>
            <a:lvl1pPr>
              <a:defRPr lang="en-US" sz="7000" dirty="0">
                <a:solidFill>
                  <a:schemeClr val="bg2"/>
                </a:solidFill>
              </a:defRPr>
            </a:lvl1pPr>
          </a:lstStyle>
          <a:p>
            <a:pPr lvl="0"/>
            <a:r>
              <a:rPr lang="en-US" dirty="0"/>
              <a:t>Click to edit Master title style</a:t>
            </a:r>
          </a:p>
        </p:txBody>
      </p:sp>
      <p:sp>
        <p:nvSpPr>
          <p:cNvPr id="10" name="Subtitle 2">
            <a:extLst>
              <a:ext uri="{FF2B5EF4-FFF2-40B4-BE49-F238E27FC236}">
                <a16:creationId xmlns:a16="http://schemas.microsoft.com/office/drawing/2014/main" id="{76834447-947D-F9FA-98D1-8BF0FC477ABA}"/>
              </a:ext>
            </a:extLst>
          </p:cNvPr>
          <p:cNvSpPr>
            <a:spLocks noGrp="1"/>
          </p:cNvSpPr>
          <p:nvPr>
            <p:ph type="subTitle" idx="1"/>
          </p:nvPr>
        </p:nvSpPr>
        <p:spPr>
          <a:xfrm>
            <a:off x="614172" y="5943600"/>
            <a:ext cx="10963657" cy="609600"/>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dirty="0"/>
              <a:t>Click to edit Master subtitle style</a:t>
            </a:r>
          </a:p>
        </p:txBody>
      </p:sp>
      <p:sp>
        <p:nvSpPr>
          <p:cNvPr id="15" name="Picture Placeholder 14">
            <a:extLst>
              <a:ext uri="{FF2B5EF4-FFF2-40B4-BE49-F238E27FC236}">
                <a16:creationId xmlns:a16="http://schemas.microsoft.com/office/drawing/2014/main" id="{2573ACD2-30C7-6922-D14F-66F23CBA3774}"/>
              </a:ext>
            </a:extLst>
          </p:cNvPr>
          <p:cNvSpPr>
            <a:spLocks noGrp="1"/>
          </p:cNvSpPr>
          <p:nvPr>
            <p:ph type="pic" sz="quarter" idx="17"/>
          </p:nvPr>
        </p:nvSpPr>
        <p:spPr>
          <a:xfrm>
            <a:off x="0" y="0"/>
            <a:ext cx="12192000" cy="4114800"/>
          </a:xfrm>
          <a:blipFill>
            <a:blip r:embed="rId2">
              <a:alphaModFix amt="60000"/>
            </a:blip>
            <a:stretch>
              <a:fillRect/>
            </a:stretch>
          </a:blipFill>
        </p:spPr>
        <p:txBody>
          <a:bodyPr/>
          <a:lstStyle/>
          <a:p>
            <a:endParaRPr lang="en-US" dirty="0"/>
          </a:p>
        </p:txBody>
      </p:sp>
    </p:spTree>
    <p:extLst>
      <p:ext uri="{BB962C8B-B14F-4D97-AF65-F5344CB8AC3E}">
        <p14:creationId xmlns:p14="http://schemas.microsoft.com/office/powerpoint/2010/main" val="2309385213"/>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A813B312-A2CE-16E4-D28B-8DDFF5527304}"/>
              </a:ext>
            </a:extLst>
          </p:cNvPr>
          <p:cNvSpPr>
            <a:spLocks noGrp="1"/>
          </p:cNvSpPr>
          <p:nvPr>
            <p:ph type="ctrTitle"/>
          </p:nvPr>
        </p:nvSpPr>
        <p:spPr>
          <a:xfrm>
            <a:off x="4476746" y="685799"/>
            <a:ext cx="7080507" cy="3200400"/>
          </a:xfrm>
        </p:spPr>
        <p:txBody>
          <a:bodyPr vert="horz" lIns="91440" tIns="45720" rIns="91440" bIns="45720" rtlCol="0" anchor="t">
            <a:noAutofit/>
          </a:bodyPr>
          <a:lstStyle>
            <a:lvl1pPr>
              <a:defRPr lang="en-US" sz="7000" dirty="0">
                <a:solidFill>
                  <a:schemeClr val="bg2"/>
                </a:solidFill>
              </a:defRPr>
            </a:lvl1pPr>
          </a:lstStyle>
          <a:p>
            <a:pPr lvl="0"/>
            <a:r>
              <a:rPr lang="en-US" dirty="0"/>
              <a:t>Click to edit Master title style</a:t>
            </a:r>
          </a:p>
        </p:txBody>
      </p:sp>
      <p:sp>
        <p:nvSpPr>
          <p:cNvPr id="16" name="Subtitle 2">
            <a:extLst>
              <a:ext uri="{FF2B5EF4-FFF2-40B4-BE49-F238E27FC236}">
                <a16:creationId xmlns:a16="http://schemas.microsoft.com/office/drawing/2014/main" id="{4846D76D-B1D3-9330-420A-6ED740BDB970}"/>
              </a:ext>
            </a:extLst>
          </p:cNvPr>
          <p:cNvSpPr>
            <a:spLocks noGrp="1"/>
          </p:cNvSpPr>
          <p:nvPr>
            <p:ph type="subTitle" idx="1"/>
          </p:nvPr>
        </p:nvSpPr>
        <p:spPr>
          <a:xfrm>
            <a:off x="44767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dirty="0"/>
              <a:t>Click to edit Master subtitle style</a:t>
            </a:r>
          </a:p>
        </p:txBody>
      </p:sp>
      <p:sp>
        <p:nvSpPr>
          <p:cNvPr id="14" name="Picture Placeholder 25">
            <a:extLst>
              <a:ext uri="{FF2B5EF4-FFF2-40B4-BE49-F238E27FC236}">
                <a16:creationId xmlns:a16="http://schemas.microsoft.com/office/drawing/2014/main" id="{982E949F-6B9B-8268-EB83-127C78D43502}"/>
              </a:ext>
            </a:extLst>
          </p:cNvPr>
          <p:cNvSpPr>
            <a:spLocks noGrp="1"/>
          </p:cNvSpPr>
          <p:nvPr>
            <p:ph type="pic" sz="quarter" idx="17"/>
          </p:nvPr>
        </p:nvSpPr>
        <p:spPr>
          <a:xfrm>
            <a:off x="0" y="0"/>
            <a:ext cx="3889251" cy="6858000"/>
          </a:xfrm>
          <a:blipFill>
            <a:blip r:embed="rId2">
              <a:alphaModFix amt="60000"/>
            </a:blip>
            <a:stretch>
              <a:fillRect/>
            </a:stretch>
          </a:blipFill>
        </p:spPr>
        <p:txBody>
          <a:bodyPr/>
          <a:lstStyle/>
          <a:p>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476746" y="6343955"/>
            <a:ext cx="2100482" cy="365125"/>
          </a:xfrm>
          <a:prstGeom prst="rect">
            <a:avLst/>
          </a:prstGeom>
        </p:spPr>
        <p:txBody>
          <a:bodyPr>
            <a:noAutofit/>
          </a:bodyPr>
          <a:lstStyle>
            <a:lvl1pPr>
              <a:defRPr>
                <a:solidFill>
                  <a:schemeClr val="bg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35138" y="6343955"/>
            <a:ext cx="1458908" cy="365125"/>
          </a:xfrm>
          <a:prstGeom prst="rect">
            <a:avLst/>
          </a:prstGeom>
        </p:spPr>
        <p:txBody>
          <a:bodyPr>
            <a:noAutofit/>
          </a:bodyPr>
          <a:lstStyle>
            <a:lvl1pPr>
              <a:defRPr>
                <a:solidFill>
                  <a:schemeClr val="bg1"/>
                </a:solidFill>
                <a:effectLst/>
              </a:defRPr>
            </a:lvl1pPr>
          </a:lstStyle>
          <a:p>
            <a:fld id="{BFE899EF-3666-4EAB-A626-E7AA02E66CC1}" type="datetime1">
              <a:rPr lang="en-US" smtClean="0"/>
              <a:pPr/>
              <a:t>10/16/2026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bg1"/>
                </a:solidFill>
              </a:defRPr>
            </a:lvl1pPr>
          </a:lstStyle>
          <a:p>
            <a:fld id="{AEAA3239-9EA4-4A65-A281-97F994456D9F}" type="slidenum">
              <a:rPr lang="en-US" smtClean="0"/>
              <a:pPr/>
              <a:t>‹#›</a:t>
            </a:fld>
            <a:endParaRPr lang="en-US"/>
          </a:p>
        </p:txBody>
      </p:sp>
      <p:cxnSp>
        <p:nvCxnSpPr>
          <p:cNvPr id="18" name="Straight Connector 17">
            <a:extLst>
              <a:ext uri="{FF2B5EF4-FFF2-40B4-BE49-F238E27FC236}">
                <a16:creationId xmlns:a16="http://schemas.microsoft.com/office/drawing/2014/main" id="{DD53745E-5DC2-F332-24A5-4F8F509E820B}"/>
              </a:ext>
            </a:extLst>
          </p:cNvPr>
          <p:cNvCxnSpPr/>
          <p:nvPr userDrawn="1"/>
        </p:nvCxnSpPr>
        <p:spPr>
          <a:xfrm>
            <a:off x="4479797"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370207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704076" y="685801"/>
            <a:ext cx="4872227" cy="2743200"/>
          </a:xfrm>
        </p:spPr>
        <p:txBody>
          <a:bodyPr vert="horz" lIns="91440" tIns="45720" rIns="91440" bIns="45720" rtlCol="0" anchor="t">
            <a:noAutofit/>
          </a:bodyPr>
          <a:lstStyle>
            <a:lvl1pPr>
              <a:defRPr lang="en-US" sz="7000" dirty="0">
                <a:solidFill>
                  <a:schemeClr val="bg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702552" y="5277548"/>
            <a:ext cx="4873752" cy="894639"/>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dirty="0"/>
              <a:t>Click to edit Master subtitle style</a:t>
            </a:r>
          </a:p>
        </p:txBody>
      </p:sp>
      <p:sp>
        <p:nvSpPr>
          <p:cNvPr id="18" name="Picture Placeholder 17">
            <a:extLst>
              <a:ext uri="{FF2B5EF4-FFF2-40B4-BE49-F238E27FC236}">
                <a16:creationId xmlns:a16="http://schemas.microsoft.com/office/drawing/2014/main" id="{74A0A082-71CB-3C57-3B74-102869C0CAC7}"/>
              </a:ext>
            </a:extLst>
          </p:cNvPr>
          <p:cNvSpPr>
            <a:spLocks noGrp="1"/>
          </p:cNvSpPr>
          <p:nvPr>
            <p:ph type="pic" sz="quarter" idx="13"/>
          </p:nvPr>
        </p:nvSpPr>
        <p:spPr>
          <a:xfrm>
            <a:off x="0" y="0"/>
            <a:ext cx="6096000" cy="6858000"/>
          </a:xfrm>
          <a:blipFill>
            <a:blip r:embed="rId2">
              <a:alphaModFix amt="60000"/>
            </a:blip>
            <a:stretch>
              <a:fillRect/>
            </a:stretch>
          </a:blipFill>
        </p:spPr>
        <p:txBody>
          <a:bodyPr/>
          <a:lstStyle/>
          <a:p>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702552" y="6343955"/>
            <a:ext cx="2100482" cy="365125"/>
          </a:xfrm>
          <a:prstGeom prst="rect">
            <a:avLst/>
          </a:prstGeom>
        </p:spPr>
        <p:txBody>
          <a:bodyPr>
            <a:noAutofit/>
          </a:bodyPr>
          <a:lstStyle>
            <a:lvl1pPr>
              <a:defRPr>
                <a:solidFill>
                  <a:schemeClr val="bg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a:prstGeom prst="rect">
            <a:avLst/>
          </a:prstGeom>
        </p:spPr>
        <p:txBody>
          <a:bodyPr>
            <a:noAutofit/>
          </a:bodyPr>
          <a:lstStyle>
            <a:lvl1pPr>
              <a:defRPr>
                <a:solidFill>
                  <a:schemeClr val="bg1"/>
                </a:solidFill>
                <a:effectLst/>
              </a:defRPr>
            </a:lvl1pPr>
          </a:lstStyle>
          <a:p>
            <a:fld id="{1F92EF8E-B9EB-49F8-83E1-F362FA442011}" type="datetime1">
              <a:rPr lang="en-US" smtClean="0"/>
              <a:pPr/>
              <a:t>10/16/2026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bg1"/>
                </a:solidFill>
              </a:defRPr>
            </a:lvl1pPr>
          </a:lstStyle>
          <a:p>
            <a:fld id="{AEAA3239-9EA4-4A65-A281-97F994456D9F}" type="slidenum">
              <a:rPr lang="en-US" smtClean="0"/>
              <a:pPr/>
              <a:t>‹#›</a:t>
            </a:fld>
            <a:endParaRPr lang="en-US"/>
          </a:p>
        </p:txBody>
      </p:sp>
      <p:cxnSp>
        <p:nvCxnSpPr>
          <p:cNvPr id="10" name="Straight Connector 9">
            <a:extLst>
              <a:ext uri="{FF2B5EF4-FFF2-40B4-BE49-F238E27FC236}">
                <a16:creationId xmlns:a16="http://schemas.microsoft.com/office/drawing/2014/main" id="{0D373E34-3B51-EAD4-B8AB-256ACA4B8D8C}"/>
              </a:ext>
            </a:extLst>
          </p:cNvPr>
          <p:cNvCxnSpPr>
            <a:cxnSpLocks/>
          </p:cNvCxnSpPr>
          <p:nvPr userDrawn="1"/>
        </p:nvCxnSpPr>
        <p:spPr>
          <a:xfrm>
            <a:off x="6704076" y="4876800"/>
            <a:ext cx="487375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486033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with Picture 4">
    <p:bg>
      <p:bgPr>
        <a:solidFill>
          <a:schemeClr val="tx2"/>
        </a:solidFill>
        <a:effectLst/>
      </p:bgPr>
    </p:bg>
    <p:spTree>
      <p:nvGrpSpPr>
        <p:cNvPr id="1" name=""/>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52BC951B-4746-1854-C399-682CFE142A50}"/>
              </a:ext>
            </a:extLst>
          </p:cNvPr>
          <p:cNvCxnSpPr/>
          <p:nvPr userDrawn="1"/>
        </p:nvCxnSpPr>
        <p:spPr>
          <a:xfrm>
            <a:off x="612646"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685799"/>
            <a:ext cx="7080507" cy="3200400"/>
          </a:xfrm>
        </p:spPr>
        <p:txBody>
          <a:bodyPr vert="horz" lIns="91440" tIns="45720" rIns="91440" bIns="45720" rtlCol="0" anchor="t">
            <a:noAutofit/>
          </a:bodyPr>
          <a:lstStyle>
            <a:lvl1pPr>
              <a:defRPr lang="en-US" sz="7000" dirty="0">
                <a:solidFill>
                  <a:schemeClr val="bg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dirty="0"/>
              <a:t>Click to edit Master subtitle style</a:t>
            </a:r>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612646" y="6338703"/>
            <a:ext cx="2070484" cy="365125"/>
          </a:xfrm>
          <a:prstGeom prst="rect">
            <a:avLst/>
          </a:prstGeom>
        </p:spPr>
        <p:txBody>
          <a:bodyPr>
            <a:noAutofit/>
          </a:bodyPr>
          <a:lstStyle>
            <a:lvl1pPr>
              <a:defRPr>
                <a:solidFill>
                  <a:schemeClr val="bg1"/>
                </a:solidFill>
              </a:defRPr>
            </a:lvl1pPr>
          </a:lstStyle>
          <a:p>
            <a:r>
              <a:rPr lang="en-US" dirty="0"/>
              <a:t>Sample Footer Text</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5887367" y="6338703"/>
            <a:ext cx="1392578" cy="365125"/>
          </a:xfrm>
          <a:prstGeom prst="rect">
            <a:avLst/>
          </a:prstGeom>
        </p:spPr>
        <p:txBody>
          <a:bodyPr>
            <a:noAutofit/>
          </a:bodyPr>
          <a:lstStyle>
            <a:lvl1pPr>
              <a:defRPr>
                <a:solidFill>
                  <a:schemeClr val="bg1"/>
                </a:solidFill>
              </a:defRPr>
            </a:lvl1pPr>
          </a:lstStyle>
          <a:p>
            <a:fld id="{BC9EEDB3-BC19-4021-830F-B822E1DE9789}" type="datetime1">
              <a:rPr lang="en-US" smtClean="0"/>
              <a:pPr/>
              <a:t>10/16/2026</a:t>
            </a:fld>
            <a:endParaRPr lang="en-US" dirty="0"/>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7279945" y="6342301"/>
            <a:ext cx="429207" cy="365125"/>
          </a:xfrm>
          <a:prstGeom prst="rect">
            <a:avLst/>
          </a:prstGeom>
        </p:spPr>
        <p:txBody>
          <a:bodyPr>
            <a:noAutofit/>
          </a:bodyPr>
          <a:lstStyle>
            <a:lvl1pPr>
              <a:defRPr>
                <a:solidFill>
                  <a:schemeClr val="bg1"/>
                </a:solidFill>
              </a:defRPr>
            </a:lvl1pPr>
          </a:lstStyle>
          <a:p>
            <a:fld id="{AEAA3239-9EA4-4A65-A281-97F994456D9F}" type="slidenum">
              <a:rPr lang="en-US" smtClean="0"/>
              <a:pPr/>
              <a:t>‹#›</a:t>
            </a:fld>
            <a:endParaRPr lang="en-US" dirty="0"/>
          </a:p>
        </p:txBody>
      </p:sp>
      <p:sp>
        <p:nvSpPr>
          <p:cNvPr id="26" name="Picture Placeholder 25">
            <a:extLst>
              <a:ext uri="{FF2B5EF4-FFF2-40B4-BE49-F238E27FC236}">
                <a16:creationId xmlns:a16="http://schemas.microsoft.com/office/drawing/2014/main" id="{E193964F-665E-F49A-D553-C01524CDE0CA}"/>
              </a:ext>
            </a:extLst>
          </p:cNvPr>
          <p:cNvSpPr>
            <a:spLocks noGrp="1"/>
          </p:cNvSpPr>
          <p:nvPr>
            <p:ph type="pic" sz="quarter" idx="17"/>
          </p:nvPr>
        </p:nvSpPr>
        <p:spPr>
          <a:xfrm>
            <a:off x="8302749" y="0"/>
            <a:ext cx="3889251" cy="6858000"/>
          </a:xfrm>
          <a:blipFill>
            <a:blip r:embed="rId2">
              <a:alphaModFix amt="60000"/>
            </a:blip>
            <a:stretch>
              <a:fillRect/>
            </a:stretch>
          </a:blipFill>
        </p:spPr>
        <p:txBody>
          <a:bodyPr/>
          <a:lstStyle/>
          <a:p>
            <a:endParaRPr lang="en-US"/>
          </a:p>
        </p:txBody>
      </p:sp>
    </p:spTree>
    <p:extLst>
      <p:ext uri="{BB962C8B-B14F-4D97-AF65-F5344CB8AC3E}">
        <p14:creationId xmlns:p14="http://schemas.microsoft.com/office/powerpoint/2010/main" val="29636130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8BBA50F-B667-1177-26B1-7D22AB66A6BE}"/>
              </a:ext>
            </a:extLst>
          </p:cNvPr>
          <p:cNvSpPr/>
          <p:nvPr/>
        </p:nvSpPr>
        <p:spPr>
          <a:xfrm>
            <a:off x="11250895" y="464515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CABC7F5-2293-EB7F-52E5-80715C8DB858}"/>
              </a:ext>
            </a:extLst>
          </p:cNvPr>
          <p:cNvSpPr/>
          <p:nvPr/>
        </p:nvSpPr>
        <p:spPr>
          <a:xfrm>
            <a:off x="685800" y="499564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6A8C943-7CF3-88D6-95B0-95E7B412DE0F}"/>
              </a:ext>
            </a:extLst>
          </p:cNvPr>
          <p:cNvSpPr/>
          <p:nvPr/>
        </p:nvSpPr>
        <p:spPr>
          <a:xfrm>
            <a:off x="10998565" y="472758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FB0A8E7-2867-2D3A-F6B7-15ED02236CE8}"/>
              </a:ext>
            </a:extLst>
          </p:cNvPr>
          <p:cNvSpPr/>
          <p:nvPr/>
        </p:nvSpPr>
        <p:spPr>
          <a:xfrm>
            <a:off x="10976145" y="472758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598" y="5431536"/>
            <a:ext cx="9144001" cy="745198"/>
          </a:xfrm>
        </p:spPr>
        <p:txBody>
          <a:bodyPr vert="horz" lIns="91440" tIns="45720" rIns="91440" bIns="45720" rtlCol="0" anchor="t">
            <a:noAutofit/>
          </a:bodyPr>
          <a:lstStyle>
            <a:lvl1pPr>
              <a:defRPr lang="en-US" dirty="0">
                <a:solidFill>
                  <a:schemeClr val="bg2"/>
                </a:solidFill>
              </a:defRPr>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6343955"/>
            <a:ext cx="2805405" cy="365125"/>
          </a:xfrm>
          <a:prstGeom prst="rect">
            <a:avLst/>
          </a:prstGeom>
        </p:spPr>
        <p:txBody>
          <a:bodyPr>
            <a:noAutofit/>
          </a:bodyPr>
          <a:lstStyle>
            <a:lvl1pPr>
              <a:defRPr>
                <a:solidFill>
                  <a:schemeClr val="bg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6343955"/>
            <a:ext cx="2202644" cy="365125"/>
          </a:xfrm>
          <a:prstGeom prst="rect">
            <a:avLst/>
          </a:prstGeom>
        </p:spPr>
        <p:txBody>
          <a:bodyPr>
            <a:noAutofit/>
          </a:bodyPr>
          <a:lstStyle>
            <a:lvl1pPr>
              <a:defRPr>
                <a:solidFill>
                  <a:schemeClr val="bg2"/>
                </a:solidFill>
              </a:defRPr>
            </a:lvl1pPr>
          </a:lstStyle>
          <a:p>
            <a:fld id="{D07A3B59-4DAC-4AFE-874D-3A86EC3801A0}" type="datetime1">
              <a:rPr lang="en-US" smtClean="0"/>
              <a:pPr/>
              <a:t>10/16/2026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bg2"/>
                </a:solidFill>
              </a:defRPr>
            </a:lvl1pPr>
          </a:lstStyle>
          <a:p>
            <a:fld id="{AEAA3239-9EA4-4A65-A281-97F994456D9F}" type="slidenum">
              <a:rPr lang="en-US" smtClean="0"/>
              <a:pPr/>
              <a:t>‹#›</a:t>
            </a:fld>
            <a:endParaRPr lang="en-US"/>
          </a:p>
        </p:txBody>
      </p:sp>
      <p:sp>
        <p:nvSpPr>
          <p:cNvPr id="7" name="Title 6">
            <a:extLst>
              <a:ext uri="{FF2B5EF4-FFF2-40B4-BE49-F238E27FC236}">
                <a16:creationId xmlns:a16="http://schemas.microsoft.com/office/drawing/2014/main" id="{B53A7BE5-EAB2-BB8C-D7FC-D78B8A5AFACF}"/>
              </a:ext>
            </a:extLst>
          </p:cNvPr>
          <p:cNvSpPr>
            <a:spLocks noGrp="1"/>
          </p:cNvSpPr>
          <p:nvPr>
            <p:ph type="title"/>
          </p:nvPr>
        </p:nvSpPr>
        <p:spPr>
          <a:xfrm>
            <a:off x="612648" y="685798"/>
            <a:ext cx="10058400" cy="3355848"/>
          </a:xfrm>
        </p:spPr>
        <p:txBody>
          <a:bodyPr vert="horz" lIns="91440" tIns="45720" rIns="91440" bIns="45720" rtlCol="0" anchor="t">
            <a:noAutofit/>
          </a:bodyPr>
          <a:lstStyle>
            <a:lvl1pPr>
              <a:defRPr lang="en-US" sz="9000">
                <a:solidFill>
                  <a:schemeClr val="bg2"/>
                </a:solidFill>
              </a:defRPr>
            </a:lvl1pPr>
          </a:lstStyle>
          <a:p>
            <a:pPr lvl="0"/>
            <a:r>
              <a:rPr lang="en-US" dirty="0"/>
              <a:t>Click to edit Master title style</a:t>
            </a:r>
          </a:p>
        </p:txBody>
      </p:sp>
    </p:spTree>
    <p:extLst>
      <p:ext uri="{BB962C8B-B14F-4D97-AF65-F5344CB8AC3E}">
        <p14:creationId xmlns:p14="http://schemas.microsoft.com/office/powerpoint/2010/main" val="248939343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DFADE904-3C65-5E48-6B12-22998C2ADF5E}"/>
              </a:ext>
            </a:extLst>
          </p:cNvPr>
          <p:cNvSpPr/>
          <p:nvPr/>
        </p:nvSpPr>
        <p:spPr>
          <a:xfrm>
            <a:off x="11250895" y="217232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16963C8-87F3-6B42-F30F-1915935FA752}"/>
              </a:ext>
            </a:extLst>
          </p:cNvPr>
          <p:cNvSpPr/>
          <p:nvPr/>
        </p:nvSpPr>
        <p:spPr>
          <a:xfrm>
            <a:off x="685800" y="252281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F0C119A-1D9E-D43F-8A7E-D24C1B551326}"/>
              </a:ext>
            </a:extLst>
          </p:cNvPr>
          <p:cNvSpPr/>
          <p:nvPr/>
        </p:nvSpPr>
        <p:spPr>
          <a:xfrm>
            <a:off x="10998565" y="225475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2018CE4-7594-0746-8B7E-8DEC95CB8822}"/>
              </a:ext>
            </a:extLst>
          </p:cNvPr>
          <p:cNvSpPr/>
          <p:nvPr/>
        </p:nvSpPr>
        <p:spPr>
          <a:xfrm>
            <a:off x="10976145" y="225475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12185" y="685800"/>
            <a:ext cx="9141415" cy="1532788"/>
          </a:xfrm>
        </p:spPr>
        <p:txBody>
          <a:bodyPr anchor="t">
            <a:noAutofit/>
          </a:bodyPr>
          <a:lstStyle>
            <a:lvl1pPr>
              <a:defRPr sz="90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185" y="2958705"/>
            <a:ext cx="9141415" cy="3213494"/>
          </a:xfrm>
        </p:spPr>
        <p:txBody>
          <a:bodyPr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marL="914400" indent="0">
              <a:lnSpc>
                <a:spcPct val="150000"/>
              </a:lnSpc>
              <a:buFont typeface="+mj-lt"/>
              <a:buNone/>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12647" y="6343955"/>
            <a:ext cx="2805405" cy="365125"/>
          </a:xfrm>
          <a:prstGeom prst="rect">
            <a:avLst/>
          </a:prstGeom>
        </p:spPr>
        <p:txBody>
          <a:bodyPr>
            <a:noAutofit/>
          </a:bodyPr>
          <a:lstStyle/>
          <a:p>
            <a:r>
              <a:rPr lang="en-US" dirty="0"/>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8893929" y="6343955"/>
            <a:ext cx="2202644" cy="365125"/>
          </a:xfrm>
          <a:prstGeom prst="rect">
            <a:avLst/>
          </a:prstGeom>
        </p:spPr>
        <p:txBody>
          <a:bodyPr>
            <a:noAutofit/>
          </a:bodyPr>
          <a:lstStyle/>
          <a:p>
            <a:fld id="{4F1AC263-88EE-42CC-B640-B12BA856CF71}" type="datetime1">
              <a:rPr lang="en-US" smtClean="0"/>
              <a:t>10/16/2026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684324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095999" y="685800"/>
            <a:ext cx="5480304" cy="1818050"/>
          </a:xfrm>
        </p:spPr>
        <p:txBody>
          <a:bodyPr anchor="t">
            <a:noAutofit/>
          </a:bodyPr>
          <a:lstStyle>
            <a:lvl1pPr>
              <a:defRPr sz="9000"/>
            </a:lvl1pPr>
          </a:lstStyle>
          <a:p>
            <a:r>
              <a:rPr lang="en-US" dirty="0"/>
              <a:t>Agenda</a:t>
            </a:r>
          </a:p>
        </p:txBody>
      </p:sp>
      <p:sp>
        <p:nvSpPr>
          <p:cNvPr id="11" name="Picture Placeholder 10">
            <a:extLst>
              <a:ext uri="{FF2B5EF4-FFF2-40B4-BE49-F238E27FC236}">
                <a16:creationId xmlns:a16="http://schemas.microsoft.com/office/drawing/2014/main" id="{FAF861DB-D5EF-3FC9-7595-570C8498D757}"/>
              </a:ext>
            </a:extLst>
          </p:cNvPr>
          <p:cNvSpPr>
            <a:spLocks noGrp="1"/>
          </p:cNvSpPr>
          <p:nvPr>
            <p:ph type="pic" sz="quarter" idx="14"/>
          </p:nvPr>
        </p:nvSpPr>
        <p:spPr>
          <a:xfrm>
            <a:off x="0" y="0"/>
            <a:ext cx="5477256" cy="6858000"/>
          </a:xfrm>
          <a:blipFill>
            <a:blip r:embed="rId2">
              <a:alphaModFix amt="60000"/>
            </a:blip>
            <a:stretch>
              <a:fillRect/>
            </a:stretch>
          </a:blipFill>
        </p:spPr>
        <p:txBody>
          <a:bodyPr/>
          <a:lstStyle/>
          <a:p>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96000" y="3189770"/>
            <a:ext cx="5480304" cy="2982429"/>
          </a:xfrm>
        </p:spPr>
        <p:txBody>
          <a:bodyPr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a:lnSpc>
                <a:spcPct val="150000"/>
              </a:lnSpc>
              <a:buFont typeface="+mj-lt"/>
              <a:buNone/>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6" name="Straight Connector 15">
            <a:extLst>
              <a:ext uri="{FF2B5EF4-FFF2-40B4-BE49-F238E27FC236}">
                <a16:creationId xmlns:a16="http://schemas.microsoft.com/office/drawing/2014/main" id="{79C1A172-F829-D2DE-BDB2-B86E6ACE1886}"/>
              </a:ext>
            </a:extLst>
          </p:cNvPr>
          <p:cNvCxnSpPr>
            <a:cxnSpLocks/>
          </p:cNvCxnSpPr>
          <p:nvPr userDrawn="1"/>
        </p:nvCxnSpPr>
        <p:spPr>
          <a:xfrm>
            <a:off x="6095999" y="2743200"/>
            <a:ext cx="54772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096000" y="6343955"/>
            <a:ext cx="2985400" cy="365125"/>
          </a:xfrm>
          <a:prstGeom prst="rect">
            <a:avLst/>
          </a:prstGeom>
        </p:spPr>
        <p:txBody>
          <a:bodyPr>
            <a:noAutofit/>
          </a:bodyPr>
          <a:lstStyle/>
          <a:p>
            <a:r>
              <a:rPr lang="en-US"/>
              <a:t>Sample Footer Text</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a:prstGeom prst="rect">
            <a:avLst/>
          </a:prstGeom>
        </p:spPr>
        <p:txBody>
          <a:bodyPr>
            <a:noAutofit/>
          </a:bodyPr>
          <a:lstStyle/>
          <a:p>
            <a:fld id="{68A32F6A-E7E2-4607-B207-B787B539B854}" type="datetime1">
              <a:rPr lang="en-US" smtClean="0"/>
              <a:t>10/16/2026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38701763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824824"/>
            <a:ext cx="6397753" cy="1527976"/>
          </a:xfrm>
        </p:spPr>
        <p:txBody>
          <a:bodyPr vert="horz" lIns="91440" tIns="45720" rIns="91440" bIns="45720" rtlCol="0" anchor="b">
            <a:noAutofit/>
          </a:bodyPr>
          <a:lstStyle>
            <a:lvl1pPr>
              <a:defRPr lang="en-US" dirty="0"/>
            </a:lvl1pPr>
          </a:lstStyle>
          <a:p>
            <a:pPr lvl="0"/>
            <a:r>
              <a:rPr lang="en-US" dirty="0"/>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12647" y="3505200"/>
            <a:ext cx="4568953" cy="1645198"/>
          </a:xfrm>
        </p:spPr>
        <p:txBody>
          <a:bodyPr vert="horz" lIns="91440" tIns="45720" rIns="91440" bIns="45720" rtlCol="0">
            <a:noAutofit/>
          </a:bodyPr>
          <a:lstStyle>
            <a:lvl1pPr>
              <a:defRPr lang="en-US" sz="1400" dirty="0"/>
            </a:lvl1pPr>
            <a:lvl2pPr>
              <a:defRPr lang="en-US" sz="1400"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612647" y="6343955"/>
            <a:ext cx="2805405" cy="365125"/>
          </a:xfrm>
          <a:prstGeom prst="rect">
            <a:avLst/>
          </a:prstGeom>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8893929" y="6343955"/>
            <a:ext cx="2202644" cy="365125"/>
          </a:xfrm>
          <a:prstGeom prst="rect">
            <a:avLst/>
          </a:prstGeom>
        </p:spPr>
        <p:txBody>
          <a:bodyPr>
            <a:noAutofit/>
          </a:bodyPr>
          <a:lstStyle/>
          <a:p>
            <a:fld id="{9467FC12-63BB-4A63-9424-BFBF8E1D71D9}" type="datetime1">
              <a:rPr lang="en-US" smtClean="0"/>
              <a:t>10/16/2026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
        <p:nvSpPr>
          <p:cNvPr id="9" name="Freeform: Shape 8">
            <a:extLst>
              <a:ext uri="{FF2B5EF4-FFF2-40B4-BE49-F238E27FC236}">
                <a16:creationId xmlns:a16="http://schemas.microsoft.com/office/drawing/2014/main" id="{889251BE-373D-9B13-B9E2-73DFEBE40118}"/>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698E032-CDEE-AA9B-44A7-CE5EBB6948C0}"/>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CC778913-9F6C-8FDD-B123-16048004EC56}"/>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6283179-133D-0E64-C08A-4D59C8B2F9DB}"/>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Tree>
    <p:extLst>
      <p:ext uri="{BB962C8B-B14F-4D97-AF65-F5344CB8AC3E}">
        <p14:creationId xmlns:p14="http://schemas.microsoft.com/office/powerpoint/2010/main" val="15605455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C85B71F7-9EDC-DB6C-D713-7ACE3A2EADC0}"/>
              </a:ext>
            </a:extLst>
          </p:cNvPr>
          <p:cNvSpPr/>
          <p:nvPr/>
        </p:nvSpPr>
        <p:spPr>
          <a:xfrm>
            <a:off x="968457"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5842DDA-AD76-0064-2B85-CB145F4CE540}"/>
              </a:ext>
            </a:extLst>
          </p:cNvPr>
          <p:cNvSpPr/>
          <p:nvPr/>
        </p:nvSpPr>
        <p:spPr>
          <a:xfrm>
            <a:off x="581245"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5E58AC6-620E-20FA-E8F5-375DA2977A43}"/>
              </a:ext>
            </a:extLst>
          </p:cNvPr>
          <p:cNvSpPr/>
          <p:nvPr/>
        </p:nvSpPr>
        <p:spPr>
          <a:xfrm>
            <a:off x="718340"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EA14E2E-5098-2800-A72C-138A5840365C}"/>
              </a:ext>
            </a:extLst>
          </p:cNvPr>
          <p:cNvSpPr/>
          <p:nvPr/>
        </p:nvSpPr>
        <p:spPr>
          <a:xfrm>
            <a:off x="696080"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685800"/>
            <a:ext cx="3652523" cy="4102460"/>
          </a:xfrm>
        </p:spPr>
        <p:txBody>
          <a:bodyPr anchor="t">
            <a:noAutofit/>
          </a:bodyPr>
          <a:lstStyle>
            <a:lvl1pPr>
              <a:defRPr sz="5400"/>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81600" y="685800"/>
            <a:ext cx="6394703" cy="5455003"/>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612647" y="6343955"/>
            <a:ext cx="2805405" cy="365125"/>
          </a:xfrm>
          <a:prstGeom prst="rect">
            <a:avLst/>
          </a:prstGeom>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8893929" y="6343955"/>
            <a:ext cx="2202644" cy="365125"/>
          </a:xfrm>
          <a:prstGeom prst="rect">
            <a:avLst/>
          </a:prstGeom>
        </p:spPr>
        <p:txBody>
          <a:bodyPr>
            <a:noAutofit/>
          </a:bodyPr>
          <a:lstStyle/>
          <a:p>
            <a:fld id="{A892AD61-D199-4B74-B80B-2001400510FA}" type="datetime1">
              <a:rPr lang="en-US" smtClean="0"/>
              <a:t>10/16/2026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5624172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8881EABF-B6BB-1FBF-962C-A6A6C8C2418A}"/>
              </a:ext>
            </a:extLst>
          </p:cNvPr>
          <p:cNvCxnSpPr/>
          <p:nvPr userDrawn="1"/>
        </p:nvCxnSpPr>
        <p:spPr>
          <a:xfrm>
            <a:off x="612647" y="2359152"/>
            <a:ext cx="633679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4"/>
            <a:ext cx="6391374" cy="1371996"/>
          </a:xfrm>
        </p:spPr>
        <p:txBody>
          <a:bodyPr anchor="b">
            <a:noAutofit/>
          </a:bodyPr>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3" y="2742645"/>
            <a:ext cx="6391247" cy="3429551"/>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a:prstGeom prst="rect">
            <a:avLst/>
          </a:prstGeom>
        </p:spPr>
        <p:txBody>
          <a:bodyPr>
            <a:noAutofit/>
          </a:bodyPr>
          <a:lstStyle/>
          <a:p>
            <a:r>
              <a:rPr lang="en-US"/>
              <a:t>Sample Footer Text</a:t>
            </a:r>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886895" y="6346865"/>
            <a:ext cx="1607270" cy="365125"/>
          </a:xfrm>
          <a:prstGeom prst="rect">
            <a:avLst/>
          </a:prstGeom>
        </p:spPr>
        <p:txBody>
          <a:bodyPr>
            <a:noAutofit/>
          </a:bodyPr>
          <a:lstStyle/>
          <a:p>
            <a:fld id="{27C7479B-2077-4468-85E0-F9294B46DEAE}" type="datetime1">
              <a:rPr lang="en-US" smtClean="0"/>
              <a:t>10/16/2026</a:t>
            </a:fld>
            <a:endParaRPr lang="en-US" dirty="0"/>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530932" y="6346865"/>
            <a:ext cx="429207" cy="365125"/>
          </a:xfrm>
          <a:prstGeom prst="rect">
            <a:avLst/>
          </a:prstGeom>
        </p:spPr>
        <p:txBody>
          <a:bodyPr>
            <a:noAutofit/>
          </a:bodyPr>
          <a:lstStyle/>
          <a:p>
            <a:fld id="{AEAA3239-9EA4-4A65-A281-97F994456D9F}" type="slidenum">
              <a:rPr lang="en-US" smtClean="0"/>
              <a:t>‹#›</a:t>
            </a:fld>
            <a:endParaRPr lang="en-US" dirty="0"/>
          </a:p>
        </p:txBody>
      </p:sp>
      <p:sp>
        <p:nvSpPr>
          <p:cNvPr id="4" name="Picture Placeholder 13">
            <a:extLst>
              <a:ext uri="{FF2B5EF4-FFF2-40B4-BE49-F238E27FC236}">
                <a16:creationId xmlns:a16="http://schemas.microsoft.com/office/drawing/2014/main" id="{35EC8126-6431-465A-8AC3-0118DD8825B5}"/>
              </a:ext>
            </a:extLst>
          </p:cNvPr>
          <p:cNvSpPr>
            <a:spLocks noGrp="1"/>
          </p:cNvSpPr>
          <p:nvPr>
            <p:ph type="pic" sz="quarter" idx="13" hasCustomPrompt="1"/>
          </p:nvPr>
        </p:nvSpPr>
        <p:spPr>
          <a:xfrm>
            <a:off x="7631546"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a:t>
            </a:r>
          </a:p>
        </p:txBody>
      </p:sp>
    </p:spTree>
    <p:extLst>
      <p:ext uri="{BB962C8B-B14F-4D97-AF65-F5344CB8AC3E}">
        <p14:creationId xmlns:p14="http://schemas.microsoft.com/office/powerpoint/2010/main" val="349854275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18303" y="685800"/>
            <a:ext cx="6858000" cy="1111532"/>
          </a:xfrm>
        </p:spPr>
        <p:txBody>
          <a:bodyPr anchor="b">
            <a:noAutofit/>
          </a:bodyPr>
          <a:lstStyle/>
          <a:p>
            <a:r>
              <a:rPr lang="en-US" dirty="0"/>
              <a:t>Click to edit Master title style</a:t>
            </a:r>
          </a:p>
        </p:txBody>
      </p:sp>
      <p:sp>
        <p:nvSpPr>
          <p:cNvPr id="5" name="Picture Placeholder 10">
            <a:extLst>
              <a:ext uri="{FF2B5EF4-FFF2-40B4-BE49-F238E27FC236}">
                <a16:creationId xmlns:a16="http://schemas.microsoft.com/office/drawing/2014/main" id="{D2B02E8B-EB97-8158-B585-0E0E95CF40CC}"/>
              </a:ext>
            </a:extLst>
          </p:cNvPr>
          <p:cNvSpPr>
            <a:spLocks noGrp="1"/>
          </p:cNvSpPr>
          <p:nvPr>
            <p:ph type="pic" sz="quarter" idx="13" hasCustomPrompt="1"/>
          </p:nvPr>
        </p:nvSpPr>
        <p:spPr>
          <a:xfrm>
            <a:off x="0" y="0"/>
            <a:ext cx="4100267" cy="6858000"/>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18303"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724397" y="6343954"/>
            <a:ext cx="3422906" cy="365125"/>
          </a:xfrm>
          <a:prstGeom prst="rect">
            <a:avLst/>
          </a:prstGeom>
        </p:spPr>
        <p:txBody>
          <a:bodyPr>
            <a:noAutofit/>
          </a:bodyPr>
          <a:lstStyle/>
          <a:p>
            <a:r>
              <a:rPr lang="en-US"/>
              <a:t>Sample Footer Text</a:t>
            </a:r>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a:prstGeom prst="rect">
            <a:avLst/>
          </a:prstGeom>
        </p:spPr>
        <p:txBody>
          <a:bodyPr>
            <a:noAutofit/>
          </a:bodyPr>
          <a:lstStyle/>
          <a:p>
            <a:fld id="{28E9021D-675F-4984-8FE0-04DA4F4E22F1}" type="datetime1">
              <a:rPr lang="en-US" smtClean="0"/>
              <a:t>10/16/2026</a:t>
            </a:fld>
            <a:endParaRPr lang="en-US" dirty="0"/>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6262168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10400" y="685800"/>
            <a:ext cx="4561665" cy="1371264"/>
          </a:xfrm>
        </p:spPr>
        <p:txBody>
          <a:bodyPr anchor="b">
            <a:noAutofit/>
          </a:bodyPr>
          <a:lstStyle>
            <a:lvl1pPr>
              <a:defRPr sz="5400"/>
            </a:lvl1pPr>
          </a:lstStyle>
          <a:p>
            <a:r>
              <a:rPr lang="en-US" dirty="0"/>
              <a:t>Click to edit Master title style</a:t>
            </a:r>
          </a:p>
        </p:txBody>
      </p:sp>
      <p:sp>
        <p:nvSpPr>
          <p:cNvPr id="12" name="Picture Placeholder 11">
            <a:extLst>
              <a:ext uri="{FF2B5EF4-FFF2-40B4-BE49-F238E27FC236}">
                <a16:creationId xmlns:a16="http://schemas.microsoft.com/office/drawing/2014/main" id="{EEEFBBBB-A526-5A93-34B8-A377087586AE}"/>
              </a:ext>
            </a:extLst>
          </p:cNvPr>
          <p:cNvSpPr>
            <a:spLocks noGrp="1"/>
          </p:cNvSpPr>
          <p:nvPr>
            <p:ph type="pic" sz="quarter" idx="15"/>
          </p:nvPr>
        </p:nvSpPr>
        <p:spPr>
          <a:xfrm>
            <a:off x="1" y="0"/>
            <a:ext cx="6390464" cy="6858000"/>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020736" y="2286000"/>
            <a:ext cx="4561665" cy="3886200"/>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020736" y="6343955"/>
            <a:ext cx="2105099" cy="365125"/>
          </a:xfrm>
          <a:prstGeom prst="rect">
            <a:avLst/>
          </a:prstGeom>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a:prstGeom prst="rect">
            <a:avLst/>
          </a:prstGeom>
        </p:spPr>
        <p:txBody>
          <a:bodyPr>
            <a:noAutofit/>
          </a:bodyPr>
          <a:lstStyle>
            <a:lvl1pPr>
              <a:defRPr>
                <a:solidFill>
                  <a:schemeClr val="tx1"/>
                </a:solidFill>
                <a:effectLst/>
              </a:defRPr>
            </a:lvl1pPr>
          </a:lstStyle>
          <a:p>
            <a:fld id="{74049900-C118-46F7-B9EF-5F7C1F0005B2}" type="datetime1">
              <a:rPr lang="en-US" smtClean="0"/>
              <a:t>10/16/2026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04669922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72002" cy="1371264"/>
          </a:xfrm>
        </p:spPr>
        <p:txBody>
          <a:bodyPr anchor="b">
            <a:noAutofit/>
          </a:bodyPr>
          <a:lstStyle>
            <a:lvl1pPr>
              <a:defRPr sz="5400"/>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09599" y="2286000"/>
            <a:ext cx="4561666" cy="3886200"/>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5">
            <a:extLst>
              <a:ext uri="{FF2B5EF4-FFF2-40B4-BE49-F238E27FC236}">
                <a16:creationId xmlns:a16="http://schemas.microsoft.com/office/drawing/2014/main" id="{3C6055EC-0CB7-A026-AE8C-74A36F768BEB}"/>
              </a:ext>
            </a:extLst>
          </p:cNvPr>
          <p:cNvSpPr>
            <a:spLocks noGrp="1"/>
          </p:cNvSpPr>
          <p:nvPr>
            <p:ph type="ftr" sz="quarter" idx="11"/>
          </p:nvPr>
        </p:nvSpPr>
        <p:spPr>
          <a:xfrm>
            <a:off x="609599" y="6343955"/>
            <a:ext cx="2105099" cy="365125"/>
          </a:xfrm>
          <a:prstGeom prst="rect">
            <a:avLst/>
          </a:prstGeom>
        </p:spPr>
        <p:txBody>
          <a:bodyPr>
            <a:noAutofit/>
          </a:bodyPr>
          <a:lstStyle/>
          <a:p>
            <a:r>
              <a:rPr lang="en-US"/>
              <a:t>Sample Footer Text</a:t>
            </a:r>
          </a:p>
        </p:txBody>
      </p:sp>
      <p:sp>
        <p:nvSpPr>
          <p:cNvPr id="13" name="Date Placeholder 4">
            <a:extLst>
              <a:ext uri="{FF2B5EF4-FFF2-40B4-BE49-F238E27FC236}">
                <a16:creationId xmlns:a16="http://schemas.microsoft.com/office/drawing/2014/main" id="{AE86096B-57D4-1243-A86D-1D5E7DC3A755}"/>
              </a:ext>
            </a:extLst>
          </p:cNvPr>
          <p:cNvSpPr>
            <a:spLocks noGrp="1"/>
          </p:cNvSpPr>
          <p:nvPr>
            <p:ph type="dt" sz="half" idx="10"/>
          </p:nvPr>
        </p:nvSpPr>
        <p:spPr>
          <a:xfrm>
            <a:off x="2963930" y="6343955"/>
            <a:ext cx="1772029" cy="365125"/>
          </a:xfrm>
          <a:prstGeom prst="rect">
            <a:avLst/>
          </a:prstGeom>
        </p:spPr>
        <p:txBody>
          <a:bodyPr>
            <a:noAutofit/>
          </a:bodyPr>
          <a:lstStyle>
            <a:lvl1pPr>
              <a:defRPr>
                <a:solidFill>
                  <a:schemeClr val="tx1"/>
                </a:solidFill>
                <a:effectLst/>
              </a:defRPr>
            </a:lvl1pPr>
          </a:lstStyle>
          <a:p>
            <a:fld id="{74049900-C118-46F7-B9EF-5F7C1F0005B2}" type="datetime1">
              <a:rPr lang="en-US" smtClean="0"/>
              <a:t>10/16/2026</a:t>
            </a:fld>
            <a:endParaRPr lang="en-US"/>
          </a:p>
        </p:txBody>
      </p:sp>
      <p:sp>
        <p:nvSpPr>
          <p:cNvPr id="15" name="Slide Number Placeholder 6">
            <a:extLst>
              <a:ext uri="{FF2B5EF4-FFF2-40B4-BE49-F238E27FC236}">
                <a16:creationId xmlns:a16="http://schemas.microsoft.com/office/drawing/2014/main" id="{A98A8E55-200E-96B4-1462-6DA457A20CE9}"/>
              </a:ext>
            </a:extLst>
          </p:cNvPr>
          <p:cNvSpPr>
            <a:spLocks noGrp="1"/>
          </p:cNvSpPr>
          <p:nvPr>
            <p:ph type="sldNum" sz="quarter" idx="12"/>
          </p:nvPr>
        </p:nvSpPr>
        <p:spPr>
          <a:xfrm>
            <a:off x="4735959" y="6343955"/>
            <a:ext cx="429207" cy="365125"/>
          </a:xfrm>
          <a:prstGeom prst="rect">
            <a:avLst/>
          </a:prstGeom>
        </p:spPr>
        <p:txBody>
          <a:bodyPr>
            <a:noAutofit/>
          </a:bodyPr>
          <a:lstStyle/>
          <a:p>
            <a:fld id="{AEAA3239-9EA4-4A65-A281-97F994456D9F}" type="slidenum">
              <a:rPr lang="en-US" smtClean="0"/>
              <a:t>‹#›</a:t>
            </a:fld>
            <a:endParaRPr lang="en-US"/>
          </a:p>
        </p:txBody>
      </p:sp>
      <p:sp>
        <p:nvSpPr>
          <p:cNvPr id="3" name="Picture Placeholder 11">
            <a:extLst>
              <a:ext uri="{FF2B5EF4-FFF2-40B4-BE49-F238E27FC236}">
                <a16:creationId xmlns:a16="http://schemas.microsoft.com/office/drawing/2014/main" id="{48233842-32AB-C53C-CA20-8101D4E63DC5}"/>
              </a:ext>
            </a:extLst>
          </p:cNvPr>
          <p:cNvSpPr>
            <a:spLocks noGrp="1"/>
          </p:cNvSpPr>
          <p:nvPr>
            <p:ph type="pic" sz="quarter" idx="15"/>
          </p:nvPr>
        </p:nvSpPr>
        <p:spPr>
          <a:xfrm>
            <a:off x="5801536" y="0"/>
            <a:ext cx="6390464" cy="6858000"/>
          </a:xfrm>
          <a:blipFill>
            <a:blip r:embed="rId2">
              <a:alphaModFix amt="60000"/>
            </a:blip>
            <a:stretch>
              <a:fillRect/>
            </a:stretch>
          </a:blipFill>
        </p:spPr>
        <p:txBody>
          <a:bodyPr/>
          <a:lstStyle/>
          <a:p>
            <a:endParaRPr lang="en-US"/>
          </a:p>
        </p:txBody>
      </p:sp>
    </p:spTree>
    <p:extLst>
      <p:ext uri="{BB962C8B-B14F-4D97-AF65-F5344CB8AC3E}">
        <p14:creationId xmlns:p14="http://schemas.microsoft.com/office/powerpoint/2010/main" val="94704537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8" y="685800"/>
            <a:ext cx="3364992" cy="1996301"/>
          </a:xfrm>
        </p:spPr>
        <p:txBody>
          <a:bodyPr anchor="b">
            <a:noAutofit/>
          </a:bodyPr>
          <a:lstStyle>
            <a:lvl1pPr>
              <a:defRPr sz="5400"/>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698" y="2880360"/>
            <a:ext cx="3364992" cy="3234856"/>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8">
            <a:extLst>
              <a:ext uri="{FF2B5EF4-FFF2-40B4-BE49-F238E27FC236}">
                <a16:creationId xmlns:a16="http://schemas.microsoft.com/office/drawing/2014/main" id="{C119522C-433C-CA02-AD5B-2ABB39A41622}"/>
              </a:ext>
            </a:extLst>
          </p:cNvPr>
          <p:cNvSpPr>
            <a:spLocks noGrp="1"/>
          </p:cNvSpPr>
          <p:nvPr>
            <p:ph type="ftr" sz="quarter" idx="16"/>
          </p:nvPr>
        </p:nvSpPr>
        <p:spPr>
          <a:xfrm>
            <a:off x="615698" y="6343955"/>
            <a:ext cx="2012061" cy="365125"/>
          </a:xfrm>
          <a:prstGeom prst="rect">
            <a:avLst/>
          </a:prstGeom>
        </p:spPr>
        <p:txBody>
          <a:bodyPr>
            <a:noAutofit/>
          </a:bodyPr>
          <a:lstStyle/>
          <a:p>
            <a:r>
              <a:rPr lang="en-US"/>
              <a:t>Sample Footer Text</a:t>
            </a:r>
            <a:endParaRPr lang="en-US" dirty="0"/>
          </a:p>
        </p:txBody>
      </p:sp>
      <p:sp>
        <p:nvSpPr>
          <p:cNvPr id="7" name="Date Placeholder 3">
            <a:extLst>
              <a:ext uri="{FF2B5EF4-FFF2-40B4-BE49-F238E27FC236}">
                <a16:creationId xmlns:a16="http://schemas.microsoft.com/office/drawing/2014/main" id="{E76C67AD-99A1-8DF0-C332-BB3E0C537172}"/>
              </a:ext>
            </a:extLst>
          </p:cNvPr>
          <p:cNvSpPr>
            <a:spLocks noGrp="1"/>
          </p:cNvSpPr>
          <p:nvPr>
            <p:ph type="dt" sz="half" idx="15"/>
          </p:nvPr>
        </p:nvSpPr>
        <p:spPr>
          <a:xfrm>
            <a:off x="2627759" y="6343955"/>
            <a:ext cx="922372" cy="365125"/>
          </a:xfrm>
          <a:prstGeom prst="rect">
            <a:avLst/>
          </a:prstGeom>
        </p:spPr>
        <p:txBody>
          <a:bodyPr>
            <a:noAutofit/>
          </a:bodyPr>
          <a:lstStyle/>
          <a:p>
            <a:fld id="{0B4A3A31-ACEE-4A00-9ED7-D579651BDB0B}" type="datetime1">
              <a:rPr lang="en-US" smtClean="0"/>
              <a:t>10/16/2026</a:t>
            </a:fld>
            <a:endParaRPr lang="en-US" dirty="0"/>
          </a:p>
        </p:txBody>
      </p:sp>
      <p:sp>
        <p:nvSpPr>
          <p:cNvPr id="13" name="Slide Number Placeholder 9">
            <a:extLst>
              <a:ext uri="{FF2B5EF4-FFF2-40B4-BE49-F238E27FC236}">
                <a16:creationId xmlns:a16="http://schemas.microsoft.com/office/drawing/2014/main" id="{C8D2CF7B-FF7A-7960-DB96-2B1846DA41A0}"/>
              </a:ext>
            </a:extLst>
          </p:cNvPr>
          <p:cNvSpPr>
            <a:spLocks noGrp="1"/>
          </p:cNvSpPr>
          <p:nvPr>
            <p:ph type="sldNum" sz="quarter" idx="17"/>
          </p:nvPr>
        </p:nvSpPr>
        <p:spPr>
          <a:xfrm>
            <a:off x="3550131" y="6343955"/>
            <a:ext cx="429207" cy="365125"/>
          </a:xfrm>
          <a:prstGeom prst="rect">
            <a:avLst/>
          </a:prstGeom>
        </p:spPr>
        <p:txBody>
          <a:bodyPr>
            <a:noAutofit/>
          </a:bodyPr>
          <a:lstStyle/>
          <a:p>
            <a:fld id="{AEAA3239-9EA4-4A65-A281-97F994456D9F}" type="slidenum">
              <a:rPr lang="en-US" smtClean="0"/>
              <a:t>‹#›</a:t>
            </a:fld>
            <a:endParaRPr lang="en-US"/>
          </a:p>
        </p:txBody>
      </p:sp>
      <p:sp>
        <p:nvSpPr>
          <p:cNvPr id="4" name="Picture Placeholder 10">
            <a:extLst>
              <a:ext uri="{FF2B5EF4-FFF2-40B4-BE49-F238E27FC236}">
                <a16:creationId xmlns:a16="http://schemas.microsoft.com/office/drawing/2014/main" id="{B08A763A-F1F9-D459-6C34-397656627599}"/>
              </a:ext>
            </a:extLst>
          </p:cNvPr>
          <p:cNvSpPr>
            <a:spLocks noGrp="1"/>
          </p:cNvSpPr>
          <p:nvPr>
            <p:ph type="pic" sz="quarter" idx="13" hasCustomPrompt="1"/>
          </p:nvPr>
        </p:nvSpPr>
        <p:spPr>
          <a:xfrm>
            <a:off x="4607856" y="0"/>
            <a:ext cx="7584144" cy="6858000"/>
          </a:xfrm>
          <a:blipFill>
            <a:blip r:embed="rId2">
              <a:alphaModFix amt="6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218196436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9200" y="685800"/>
            <a:ext cx="2748115" cy="2743200"/>
          </a:xfrm>
          <a:noFill/>
        </p:spPr>
        <p:txBody>
          <a:bodyPr anchor="t">
            <a:noAutofit/>
          </a:bodyPr>
          <a:lstStyle/>
          <a:p>
            <a:r>
              <a:rPr lang="en-US" dirty="0"/>
              <a:t>Click to edit Master title style</a:t>
            </a:r>
          </a:p>
        </p:txBody>
      </p:sp>
      <p:sp>
        <p:nvSpPr>
          <p:cNvPr id="4" name="Picture Placeholder 3">
            <a:extLst>
              <a:ext uri="{FF2B5EF4-FFF2-40B4-BE49-F238E27FC236}">
                <a16:creationId xmlns:a16="http://schemas.microsoft.com/office/drawing/2014/main" id="{5487E718-4223-B4DB-C92A-99E891E642B8}"/>
              </a:ext>
            </a:extLst>
          </p:cNvPr>
          <p:cNvSpPr>
            <a:spLocks noGrp="1"/>
          </p:cNvSpPr>
          <p:nvPr>
            <p:ph type="pic" sz="quarter" idx="15"/>
          </p:nvPr>
        </p:nvSpPr>
        <p:spPr>
          <a:xfrm>
            <a:off x="0" y="0"/>
            <a:ext cx="8229600" cy="6858000"/>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9200" y="3703320"/>
            <a:ext cx="2743201" cy="2476061"/>
          </a:xfrm>
          <a:noFill/>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39200" y="6343955"/>
            <a:ext cx="1404460" cy="365125"/>
          </a:xfrm>
          <a:prstGeom prst="rect">
            <a:avLst/>
          </a:prstGeom>
          <a:noFill/>
        </p:spPr>
        <p:txBody>
          <a:bodyPr>
            <a:noAutofit/>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a:prstGeom prst="rect">
            <a:avLst/>
          </a:prstGeom>
          <a:noFill/>
        </p:spPr>
        <p:txBody>
          <a:bodyPr>
            <a:noAutofit/>
          </a:bodyPr>
          <a:lstStyle>
            <a:lvl1pPr>
              <a:defRPr>
                <a:solidFill>
                  <a:schemeClr val="tx1"/>
                </a:solidFill>
                <a:effectLst/>
              </a:defRPr>
            </a:lvl1pPr>
          </a:lstStyle>
          <a:p>
            <a:fld id="{FAD7B7F7-7F90-4F0B-A996-5443656EFF4A}" type="datetime1">
              <a:rPr lang="en-US" smtClean="0"/>
              <a:t>10/16/2026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a:noFill/>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6954980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685800"/>
            <a:ext cx="2748114" cy="2743200"/>
          </a:xfrm>
        </p:spPr>
        <p:txBody>
          <a:bodyPr anchor="t">
            <a:noAutofit/>
          </a:bodyPr>
          <a:lstStyle/>
          <a:p>
            <a:r>
              <a:rPr lang="en-US" dirty="0"/>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703320"/>
            <a:ext cx="2743200" cy="247606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Footer Placeholder 5">
            <a:extLst>
              <a:ext uri="{FF2B5EF4-FFF2-40B4-BE49-F238E27FC236}">
                <a16:creationId xmlns:a16="http://schemas.microsoft.com/office/drawing/2014/main" id="{644F6AEF-CB45-AC6F-F205-7AB277670F4E}"/>
              </a:ext>
            </a:extLst>
          </p:cNvPr>
          <p:cNvSpPr>
            <a:spLocks noGrp="1"/>
          </p:cNvSpPr>
          <p:nvPr>
            <p:ph type="ftr" sz="quarter" idx="11"/>
          </p:nvPr>
        </p:nvSpPr>
        <p:spPr>
          <a:xfrm>
            <a:off x="615697" y="6343955"/>
            <a:ext cx="1404460" cy="365125"/>
          </a:xfrm>
          <a:prstGeom prst="rect">
            <a:avLst/>
          </a:prstGeom>
        </p:spPr>
        <p:txBody>
          <a:bodyPr>
            <a:noAutofit/>
          </a:bodyPr>
          <a:lstStyle/>
          <a:p>
            <a:r>
              <a:rPr lang="en-US"/>
              <a:t>Sample Footer Text</a:t>
            </a:r>
            <a:endParaRPr lang="en-US" dirty="0"/>
          </a:p>
        </p:txBody>
      </p:sp>
      <p:sp>
        <p:nvSpPr>
          <p:cNvPr id="14" name="Date Placeholder 4">
            <a:extLst>
              <a:ext uri="{FF2B5EF4-FFF2-40B4-BE49-F238E27FC236}">
                <a16:creationId xmlns:a16="http://schemas.microsoft.com/office/drawing/2014/main" id="{980DDA2F-B408-A7AF-463F-3F6ED55C1A9C}"/>
              </a:ext>
            </a:extLst>
          </p:cNvPr>
          <p:cNvSpPr>
            <a:spLocks noGrp="1"/>
          </p:cNvSpPr>
          <p:nvPr>
            <p:ph type="dt" sz="half" idx="10"/>
          </p:nvPr>
        </p:nvSpPr>
        <p:spPr>
          <a:xfrm>
            <a:off x="2069019" y="6343955"/>
            <a:ext cx="854573" cy="365125"/>
          </a:xfrm>
          <a:prstGeom prst="rect">
            <a:avLst/>
          </a:prstGeom>
        </p:spPr>
        <p:txBody>
          <a:bodyPr>
            <a:noAutofit/>
          </a:bodyPr>
          <a:lstStyle>
            <a:lvl1pPr>
              <a:defRPr>
                <a:solidFill>
                  <a:schemeClr val="tx1"/>
                </a:solidFill>
                <a:effectLst/>
              </a:defRPr>
            </a:lvl1pPr>
          </a:lstStyle>
          <a:p>
            <a:fld id="{FAD7B7F7-7F90-4F0B-A996-5443656EFF4A}" type="datetime1">
              <a:rPr lang="en-US" smtClean="0"/>
              <a:t>10/16/2026</a:t>
            </a:fld>
            <a:endParaRPr lang="en-US" dirty="0"/>
          </a:p>
        </p:txBody>
      </p:sp>
      <p:sp>
        <p:nvSpPr>
          <p:cNvPr id="16" name="Slide Number Placeholder 6">
            <a:extLst>
              <a:ext uri="{FF2B5EF4-FFF2-40B4-BE49-F238E27FC236}">
                <a16:creationId xmlns:a16="http://schemas.microsoft.com/office/drawing/2014/main" id="{9C6A3F52-E7A3-B732-2650-C47F8BE25FF4}"/>
              </a:ext>
            </a:extLst>
          </p:cNvPr>
          <p:cNvSpPr>
            <a:spLocks noGrp="1"/>
          </p:cNvSpPr>
          <p:nvPr>
            <p:ph type="sldNum" sz="quarter" idx="12"/>
          </p:nvPr>
        </p:nvSpPr>
        <p:spPr>
          <a:xfrm>
            <a:off x="2923593" y="6343955"/>
            <a:ext cx="429207" cy="365125"/>
          </a:xfrm>
          <a:prstGeom prst="rect">
            <a:avLst/>
          </a:prstGeom>
        </p:spPr>
        <p:txBody>
          <a:bodyPr>
            <a:noAutofit/>
          </a:bodyPr>
          <a:lstStyle/>
          <a:p>
            <a:fld id="{AEAA3239-9EA4-4A65-A281-97F994456D9F}" type="slidenum">
              <a:rPr lang="en-US" smtClean="0"/>
              <a:t>‹#›</a:t>
            </a:fld>
            <a:endParaRPr lang="en-US"/>
          </a:p>
        </p:txBody>
      </p:sp>
      <p:sp>
        <p:nvSpPr>
          <p:cNvPr id="5" name="Picture Placeholder 3">
            <a:extLst>
              <a:ext uri="{FF2B5EF4-FFF2-40B4-BE49-F238E27FC236}">
                <a16:creationId xmlns:a16="http://schemas.microsoft.com/office/drawing/2014/main" id="{80894EEF-95B5-F8FE-9FBB-D5DFD413C066}"/>
              </a:ext>
            </a:extLst>
          </p:cNvPr>
          <p:cNvSpPr>
            <a:spLocks noGrp="1"/>
          </p:cNvSpPr>
          <p:nvPr>
            <p:ph type="pic" sz="quarter" idx="15"/>
          </p:nvPr>
        </p:nvSpPr>
        <p:spPr>
          <a:xfrm>
            <a:off x="3962400" y="0"/>
            <a:ext cx="8229600" cy="6858000"/>
          </a:xfrm>
          <a:blipFill>
            <a:blip r:embed="rId2">
              <a:alphaModFix amt="60000"/>
            </a:blip>
            <a:stretch>
              <a:fillRect/>
            </a:stretch>
          </a:blipFill>
        </p:spPr>
        <p:txBody>
          <a:bodyPr/>
          <a:lstStyle/>
          <a:p>
            <a:endParaRPr lang="en-US"/>
          </a:p>
        </p:txBody>
      </p:sp>
    </p:spTree>
    <p:extLst>
      <p:ext uri="{BB962C8B-B14F-4D97-AF65-F5344CB8AC3E}">
        <p14:creationId xmlns:p14="http://schemas.microsoft.com/office/powerpoint/2010/main" val="426115477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343400"/>
            <a:ext cx="4019522" cy="1159931"/>
          </a:xfrm>
        </p:spPr>
        <p:txBody>
          <a:bodyPr anchor="t">
            <a:noAutofit/>
          </a:bodyPr>
          <a:lstStyle>
            <a:lvl1pPr>
              <a:defRPr sz="5400"/>
            </a:lvl1pPr>
          </a:lstStyle>
          <a:p>
            <a:r>
              <a:rPr lang="en-US" dirty="0"/>
              <a:t>Click to edit Master title style</a:t>
            </a:r>
          </a:p>
        </p:txBody>
      </p:sp>
      <p:sp>
        <p:nvSpPr>
          <p:cNvPr id="4" name="Picture Placeholder 3">
            <a:extLst>
              <a:ext uri="{FF2B5EF4-FFF2-40B4-BE49-F238E27FC236}">
                <a16:creationId xmlns:a16="http://schemas.microsoft.com/office/drawing/2014/main" id="{0E0CE544-3552-FE00-5B00-942E522A2A5A}"/>
              </a:ext>
            </a:extLst>
          </p:cNvPr>
          <p:cNvSpPr>
            <a:spLocks noGrp="1"/>
          </p:cNvSpPr>
          <p:nvPr>
            <p:ph type="pic" sz="quarter" idx="15"/>
          </p:nvPr>
        </p:nvSpPr>
        <p:spPr>
          <a:xfrm>
            <a:off x="0" y="0"/>
            <a:ext cx="12192000" cy="3886200"/>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81600" y="4343400"/>
            <a:ext cx="6400800" cy="115993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647" y="6343955"/>
            <a:ext cx="2805405" cy="365125"/>
          </a:xfrm>
          <a:prstGeom prst="rect">
            <a:avLst/>
          </a:prstGeom>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93929" y="6343955"/>
            <a:ext cx="2202644" cy="365125"/>
          </a:xfrm>
          <a:prstGeom prst="rect">
            <a:avLst/>
          </a:prstGeom>
        </p:spPr>
        <p:txBody>
          <a:bodyPr>
            <a:noAutofit/>
          </a:bodyPr>
          <a:lstStyle/>
          <a:p>
            <a:fld id="{2086C921-50A5-4289-8B96-30101E64A548}" type="datetime1">
              <a:rPr lang="en-US" smtClean="0"/>
              <a:t>10/16/2026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48601148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886200"/>
            <a:ext cx="3044954" cy="2245126"/>
          </a:xfrm>
        </p:spPr>
        <p:txBody>
          <a:bodyPr anchor="b">
            <a:noAutofit/>
          </a:bodyPr>
          <a:lstStyle>
            <a:lvl1pPr>
              <a:defRPr sz="54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67200" y="3886200"/>
            <a:ext cx="7315199" cy="2245127"/>
          </a:xfrm>
        </p:spPr>
        <p:txBody>
          <a:bodyPr vert="horz" lIns="91440" tIns="45720" rIns="91440" bIns="45720" rtlCol="0">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647" y="6343955"/>
            <a:ext cx="2805405" cy="365125"/>
          </a:xfrm>
          <a:prstGeom prst="rect">
            <a:avLst/>
          </a:prstGeom>
        </p:spPr>
        <p:txBody>
          <a:bodyPr>
            <a:noAutofit/>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93929" y="6343955"/>
            <a:ext cx="2202644" cy="365125"/>
          </a:xfrm>
          <a:prstGeom prst="rect">
            <a:avLst/>
          </a:prstGeom>
        </p:spPr>
        <p:txBody>
          <a:bodyPr>
            <a:noAutofit/>
          </a:bodyPr>
          <a:lstStyle/>
          <a:p>
            <a:fld id="{1B948B66-4D7B-4FF2-9F42-B85226272225}" type="datetime1">
              <a:rPr lang="en-US" smtClean="0"/>
              <a:t>10/16/2026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9866004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3044954" cy="2035724"/>
          </a:xfrm>
        </p:spPr>
        <p:txBody>
          <a:bodyPr anchor="t">
            <a:noAutofit/>
          </a:bodyPr>
          <a:lstStyle>
            <a:lvl1pPr>
              <a:defRPr sz="5400"/>
            </a:lvl1pPr>
          </a:lstStyle>
          <a:p>
            <a:r>
              <a:rPr lang="en-US" dirty="0"/>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59158" y="685800"/>
            <a:ext cx="7315199" cy="2014665"/>
          </a:xfrm>
        </p:spPr>
        <p:txBody>
          <a:bodyPr vert="horz" lIns="91440" tIns="45720" rIns="91440" bIns="45720" rtlCol="0" anchor="b">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2896372"/>
            <a:ext cx="2791027" cy="365125"/>
          </a:xfrm>
          <a:prstGeom prst="rect">
            <a:avLst/>
          </a:prstGeom>
        </p:spPr>
        <p:txBody>
          <a:bodyPr>
            <a:noAutofit/>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2896372"/>
            <a:ext cx="1559379" cy="365125"/>
          </a:xfrm>
          <a:prstGeom prst="rect">
            <a:avLst/>
          </a:prstGeom>
        </p:spPr>
        <p:txBody>
          <a:bodyPr>
            <a:noAutofit/>
          </a:bodyPr>
          <a:lstStyle/>
          <a:p>
            <a:fld id="{6D1D18D0-7308-42C5-B784-8892F327ABD3}" type="datetime1">
              <a:rPr lang="en-US" smtClean="0"/>
              <a:t>10/16/2026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2896372"/>
            <a:ext cx="429207" cy="365125"/>
          </a:xfrm>
          <a:prstGeom prst="rect">
            <a:avLst/>
          </a:prstGeom>
        </p:spPr>
        <p:txBody>
          <a:bodyPr>
            <a:noAutofit/>
          </a:bodyPr>
          <a:lstStyle/>
          <a:p>
            <a:fld id="{AEAA3239-9EA4-4A65-A281-97F994456D9F}" type="slidenum">
              <a:rPr lang="en-US" smtClean="0"/>
              <a:t>‹#›</a:t>
            </a:fld>
            <a:endParaRPr lang="en-US"/>
          </a:p>
        </p:txBody>
      </p:sp>
      <p:sp>
        <p:nvSpPr>
          <p:cNvPr id="3" name="Picture Placeholder 10">
            <a:extLst>
              <a:ext uri="{FF2B5EF4-FFF2-40B4-BE49-F238E27FC236}">
                <a16:creationId xmlns:a16="http://schemas.microsoft.com/office/drawing/2014/main" id="{4178283B-8F20-CAA0-928D-318B857F9592}"/>
              </a:ext>
            </a:extLst>
          </p:cNvPr>
          <p:cNvSpPr>
            <a:spLocks noGrp="1"/>
          </p:cNvSpPr>
          <p:nvPr>
            <p:ph type="pic" sz="quarter" idx="13" hasCustomPrompt="1"/>
          </p:nvPr>
        </p:nvSpPr>
        <p:spPr>
          <a:xfrm>
            <a:off x="-1" y="3414669"/>
            <a:ext cx="12192000" cy="3443331"/>
          </a:xfrm>
          <a:blipFill>
            <a:blip r:embed="rId2">
              <a:alphaModFix amt="6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420767299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14">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8"/>
            <a:ext cx="5483353" cy="1388318"/>
          </a:xfrm>
        </p:spPr>
        <p:txBody>
          <a:bodyPr anchor="b">
            <a:noAutofit/>
          </a:bodyPr>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2651760"/>
            <a:ext cx="5483352" cy="3521850"/>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a:extLst>
              <a:ext uri="{FF2B5EF4-FFF2-40B4-BE49-F238E27FC236}">
                <a16:creationId xmlns:a16="http://schemas.microsoft.com/office/drawing/2014/main" id="{4AB12E0E-A617-768A-7E0E-472481185B12}"/>
              </a:ext>
            </a:extLst>
          </p:cNvPr>
          <p:cNvSpPr>
            <a:spLocks noGrp="1"/>
          </p:cNvSpPr>
          <p:nvPr>
            <p:ph type="pic" sz="quarter" idx="18"/>
          </p:nvPr>
        </p:nvSpPr>
        <p:spPr>
          <a:xfrm>
            <a:off x="6717792" y="685807"/>
            <a:ext cx="4864608" cy="5486377"/>
          </a:xfrm>
          <a:blipFill>
            <a:blip r:embed="rId2">
              <a:alphaModFix amt="60000"/>
            </a:blip>
            <a:stretch>
              <a:fillRect/>
            </a:stretch>
          </a:blipFill>
        </p:spPr>
        <p:txBody>
          <a:bodyPr/>
          <a:lstStyle/>
          <a:p>
            <a:endParaRPr lang="en-US"/>
          </a:p>
        </p:txBody>
      </p:sp>
      <p:cxnSp>
        <p:nvCxnSpPr>
          <p:cNvPr id="3" name="Straight Connector 2">
            <a:extLst>
              <a:ext uri="{FF2B5EF4-FFF2-40B4-BE49-F238E27FC236}">
                <a16:creationId xmlns:a16="http://schemas.microsoft.com/office/drawing/2014/main" id="{EC1D70B4-629A-1A3A-D1BB-D35C3AED4BAD}"/>
              </a:ext>
            </a:extLst>
          </p:cNvPr>
          <p:cNvCxnSpPr>
            <a:cxnSpLocks/>
          </p:cNvCxnSpPr>
          <p:nvPr userDrawn="1"/>
        </p:nvCxnSpPr>
        <p:spPr>
          <a:xfrm>
            <a:off x="609600" y="236222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Footer Placeholder 7">
            <a:extLst>
              <a:ext uri="{FF2B5EF4-FFF2-40B4-BE49-F238E27FC236}">
                <a16:creationId xmlns:a16="http://schemas.microsoft.com/office/drawing/2014/main" id="{8F922763-A12B-44C2-4F2D-AAD3B317EC9A}"/>
              </a:ext>
            </a:extLst>
          </p:cNvPr>
          <p:cNvSpPr>
            <a:spLocks noGrp="1"/>
          </p:cNvSpPr>
          <p:nvPr>
            <p:ph type="ftr" sz="quarter" idx="15"/>
          </p:nvPr>
        </p:nvSpPr>
        <p:spPr>
          <a:xfrm>
            <a:off x="612647" y="6343955"/>
            <a:ext cx="2805405" cy="365125"/>
          </a:xfrm>
          <a:prstGeom prst="rect">
            <a:avLst/>
          </a:prstGeom>
        </p:spPr>
        <p:txBody>
          <a:bodyPr>
            <a:noAutofit/>
          </a:bodyPr>
          <a:lstStyle/>
          <a:p>
            <a:r>
              <a:rPr lang="en-US" dirty="0"/>
              <a:t>Sample Footer Text</a:t>
            </a:r>
          </a:p>
        </p:txBody>
      </p:sp>
      <p:sp>
        <p:nvSpPr>
          <p:cNvPr id="11" name="Date Placeholder 6">
            <a:extLst>
              <a:ext uri="{FF2B5EF4-FFF2-40B4-BE49-F238E27FC236}">
                <a16:creationId xmlns:a16="http://schemas.microsoft.com/office/drawing/2014/main" id="{88D44AB0-B4BD-5097-DB6C-0B96B75B1DA6}"/>
              </a:ext>
            </a:extLst>
          </p:cNvPr>
          <p:cNvSpPr>
            <a:spLocks noGrp="1"/>
          </p:cNvSpPr>
          <p:nvPr>
            <p:ph type="dt" sz="half" idx="19"/>
          </p:nvPr>
        </p:nvSpPr>
        <p:spPr>
          <a:xfrm>
            <a:off x="8893929" y="6343955"/>
            <a:ext cx="2202644" cy="365125"/>
          </a:xfrm>
          <a:prstGeom prst="rect">
            <a:avLst/>
          </a:prstGeom>
        </p:spPr>
        <p:txBody>
          <a:bodyPr>
            <a:noAutofit/>
          </a:bodyPr>
          <a:lstStyle/>
          <a:p>
            <a:fld id="{5888334B-5C34-4E7E-A4B0-3A19575F6DD8}" type="datetime1">
              <a:rPr lang="en-US" smtClean="0"/>
              <a:t>10/16/2026</a:t>
            </a:fld>
            <a:endParaRPr lang="en-US" dirty="0"/>
          </a:p>
        </p:txBody>
      </p:sp>
      <p:sp>
        <p:nvSpPr>
          <p:cNvPr id="14" name="Slide Number Placeholder 8">
            <a:extLst>
              <a:ext uri="{FF2B5EF4-FFF2-40B4-BE49-F238E27FC236}">
                <a16:creationId xmlns:a16="http://schemas.microsoft.com/office/drawing/2014/main" id="{8EA9CC9C-E71E-C316-0680-F4BD6EDC87C1}"/>
              </a:ext>
            </a:extLst>
          </p:cNvPr>
          <p:cNvSpPr>
            <a:spLocks noGrp="1"/>
          </p:cNvSpPr>
          <p:nvPr>
            <p:ph type="sldNum" sz="quarter" idx="16"/>
          </p:nvPr>
        </p:nvSpPr>
        <p:spPr>
          <a:xfrm>
            <a:off x="11147096" y="6343955"/>
            <a:ext cx="429207" cy="365125"/>
          </a:xfrm>
          <a:prstGeom prst="rect">
            <a:avLst/>
          </a:prstGeom>
        </p:spPr>
        <p:txBody>
          <a:bodyPr>
            <a:noAutofit/>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352334095"/>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9753" cy="898525"/>
          </a:xfrm>
        </p:spPr>
        <p:txBody>
          <a:bodyPr anchor="b">
            <a:noAutofit/>
          </a:bodyPr>
          <a:lstStyle/>
          <a:p>
            <a:r>
              <a:rPr lang="en-US" dirty="0"/>
              <a:t>Click to edit Master title style</a:t>
            </a:r>
          </a:p>
        </p:txBody>
      </p:sp>
      <p:cxnSp>
        <p:nvCxnSpPr>
          <p:cNvPr id="7" name="Straight Connector 6">
            <a:extLst>
              <a:ext uri="{FF2B5EF4-FFF2-40B4-BE49-F238E27FC236}">
                <a16:creationId xmlns:a16="http://schemas.microsoft.com/office/drawing/2014/main" id="{54E15E62-FEF2-298A-EC8D-72D59188CB27}"/>
              </a:ext>
            </a:extLst>
          </p:cNvPr>
          <p:cNvCxnSpPr>
            <a:cxnSpLocks/>
          </p:cNvCxnSpPr>
          <p:nvPr userDrawn="1"/>
        </p:nvCxnSpPr>
        <p:spPr>
          <a:xfrm>
            <a:off x="609600" y="1905000"/>
            <a:ext cx="109728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9600" y="2286012"/>
            <a:ext cx="5479474" cy="298765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C4892D5B-0772-8929-54F9-AA16EED38E2B}"/>
              </a:ext>
            </a:extLst>
          </p:cNvPr>
          <p:cNvSpPr>
            <a:spLocks noGrp="1"/>
          </p:cNvSpPr>
          <p:nvPr>
            <p:ph type="pic" sz="quarter" idx="18"/>
          </p:nvPr>
        </p:nvSpPr>
        <p:spPr>
          <a:xfrm>
            <a:off x="6715575" y="2285301"/>
            <a:ext cx="4863778" cy="3886188"/>
          </a:xfrm>
          <a:blipFill>
            <a:blip r:embed="rId2">
              <a:alphaModFix amt="60000"/>
            </a:blip>
            <a:stretch>
              <a:fillRect/>
            </a:stretch>
          </a:blipFill>
        </p:spPr>
        <p:txBody>
          <a:bodyPr/>
          <a:lstStyle/>
          <a:p>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a:prstGeom prst="rect">
            <a:avLst/>
          </a:prstGeom>
        </p:spPr>
        <p:txBody>
          <a:bodyPr>
            <a:noAutofit/>
          </a:bodyPr>
          <a:lstStyle/>
          <a:p>
            <a:r>
              <a:rPr lang="en-US"/>
              <a:t>Sample Footer Text</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a:prstGeom prst="rect">
            <a:avLst/>
          </a:prstGeom>
        </p:spPr>
        <p:txBody>
          <a:bodyPr>
            <a:noAutofit/>
          </a:bodyPr>
          <a:lstStyle/>
          <a:p>
            <a:fld id="{6C46EC71-0129-40A3-85CE-244216EACC39}" type="datetime1">
              <a:rPr lang="en-US" smtClean="0"/>
              <a:t>10/16/2026</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a:prstGeom prst="rect">
            <a:avLst/>
          </a:prstGeom>
        </p:spPr>
        <p:txBody>
          <a:bodyPr>
            <a:noAutofit/>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11842421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89903" y="685807"/>
            <a:ext cx="5486400" cy="1388302"/>
          </a:xfrm>
        </p:spPr>
        <p:txBody>
          <a:bodyPr anchor="b">
            <a:noAutofit/>
          </a:bodyPr>
          <a:lstStyle/>
          <a:p>
            <a:r>
              <a:rPr lang="en-US" dirty="0"/>
              <a:t>Click to edit Master title style</a:t>
            </a:r>
          </a:p>
        </p:txBody>
      </p:sp>
      <p:sp>
        <p:nvSpPr>
          <p:cNvPr id="16" name="Picture Placeholder 5">
            <a:extLst>
              <a:ext uri="{FF2B5EF4-FFF2-40B4-BE49-F238E27FC236}">
                <a16:creationId xmlns:a16="http://schemas.microsoft.com/office/drawing/2014/main" id="{3F8ACB4F-E132-97B5-797E-ADFB9AC83456}"/>
              </a:ext>
            </a:extLst>
          </p:cNvPr>
          <p:cNvSpPr>
            <a:spLocks noGrp="1"/>
          </p:cNvSpPr>
          <p:nvPr>
            <p:ph type="pic" sz="quarter" idx="18"/>
          </p:nvPr>
        </p:nvSpPr>
        <p:spPr>
          <a:xfrm>
            <a:off x="616658" y="685807"/>
            <a:ext cx="4864608" cy="5486377"/>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89903" y="2650330"/>
            <a:ext cx="5486400" cy="3521854"/>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5" name="Straight Connector 14">
            <a:extLst>
              <a:ext uri="{FF2B5EF4-FFF2-40B4-BE49-F238E27FC236}">
                <a16:creationId xmlns:a16="http://schemas.microsoft.com/office/drawing/2014/main" id="{60415657-C9CC-A8DC-C841-09A42AC901EC}"/>
              </a:ext>
            </a:extLst>
          </p:cNvPr>
          <p:cNvCxnSpPr>
            <a:cxnSpLocks/>
          </p:cNvCxnSpPr>
          <p:nvPr userDrawn="1"/>
        </p:nvCxnSpPr>
        <p:spPr>
          <a:xfrm>
            <a:off x="6089903" y="236221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ooter Placeholder 7">
            <a:extLst>
              <a:ext uri="{FF2B5EF4-FFF2-40B4-BE49-F238E27FC236}">
                <a16:creationId xmlns:a16="http://schemas.microsoft.com/office/drawing/2014/main" id="{D65827FC-FBF0-2A7B-2AE9-11D916DB970C}"/>
              </a:ext>
            </a:extLst>
          </p:cNvPr>
          <p:cNvSpPr>
            <a:spLocks noGrp="1"/>
          </p:cNvSpPr>
          <p:nvPr>
            <p:ph type="ftr" sz="quarter" idx="15"/>
          </p:nvPr>
        </p:nvSpPr>
        <p:spPr>
          <a:xfrm>
            <a:off x="612647" y="6343955"/>
            <a:ext cx="2805405" cy="365125"/>
          </a:xfrm>
          <a:prstGeom prst="rect">
            <a:avLst/>
          </a:prstGeom>
        </p:spPr>
        <p:txBody>
          <a:bodyPr>
            <a:noAutofit/>
          </a:bodyPr>
          <a:lstStyle/>
          <a:p>
            <a:r>
              <a:rPr lang="en-US" dirty="0"/>
              <a:t>Sample Footer Text</a:t>
            </a:r>
          </a:p>
        </p:txBody>
      </p:sp>
      <p:sp>
        <p:nvSpPr>
          <p:cNvPr id="3" name="Date Placeholder 6">
            <a:extLst>
              <a:ext uri="{FF2B5EF4-FFF2-40B4-BE49-F238E27FC236}">
                <a16:creationId xmlns:a16="http://schemas.microsoft.com/office/drawing/2014/main" id="{7D3F37AD-0904-9EC0-EFEE-899B457A4536}"/>
              </a:ext>
            </a:extLst>
          </p:cNvPr>
          <p:cNvSpPr>
            <a:spLocks noGrp="1"/>
          </p:cNvSpPr>
          <p:nvPr>
            <p:ph type="dt" sz="half" idx="19"/>
          </p:nvPr>
        </p:nvSpPr>
        <p:spPr>
          <a:xfrm>
            <a:off x="8893929" y="6343955"/>
            <a:ext cx="2202644" cy="365125"/>
          </a:xfrm>
          <a:prstGeom prst="rect">
            <a:avLst/>
          </a:prstGeom>
        </p:spPr>
        <p:txBody>
          <a:bodyPr>
            <a:noAutofit/>
          </a:bodyPr>
          <a:lstStyle/>
          <a:p>
            <a:fld id="{5888334B-5C34-4E7E-A4B0-3A19575F6DD8}" type="datetime1">
              <a:rPr lang="en-US" smtClean="0"/>
              <a:t>10/16/2026</a:t>
            </a:fld>
            <a:endParaRPr lang="en-US"/>
          </a:p>
        </p:txBody>
      </p:sp>
      <p:sp>
        <p:nvSpPr>
          <p:cNvPr id="6" name="Slide Number Placeholder 8">
            <a:extLst>
              <a:ext uri="{FF2B5EF4-FFF2-40B4-BE49-F238E27FC236}">
                <a16:creationId xmlns:a16="http://schemas.microsoft.com/office/drawing/2014/main" id="{655EC9E8-1A84-6C33-ADB3-D40020F50907}"/>
              </a:ext>
            </a:extLst>
          </p:cNvPr>
          <p:cNvSpPr>
            <a:spLocks noGrp="1"/>
          </p:cNvSpPr>
          <p:nvPr>
            <p:ph type="sldNum" sz="quarter" idx="16"/>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4258293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3655" cy="891102"/>
          </a:xfrm>
        </p:spPr>
        <p:txBody>
          <a:bodyPr anchor="b">
            <a:noAutofit/>
          </a:bodyPr>
          <a:lstStyle>
            <a:lvl1pPr>
              <a:defRPr sz="5400"/>
            </a:lvl1pPr>
          </a:lstStyle>
          <a:p>
            <a:r>
              <a:rPr lang="en-US" dirty="0"/>
              <a:t>Click to edit Master title style</a:t>
            </a:r>
          </a:p>
        </p:txBody>
      </p:sp>
      <p:sp>
        <p:nvSpPr>
          <p:cNvPr id="9" name="Picture Placeholder 8">
            <a:extLst>
              <a:ext uri="{FF2B5EF4-FFF2-40B4-BE49-F238E27FC236}">
                <a16:creationId xmlns:a16="http://schemas.microsoft.com/office/drawing/2014/main" id="{2EC4665C-5805-BDA9-0EA4-387D86C88ABA}"/>
              </a:ext>
            </a:extLst>
          </p:cNvPr>
          <p:cNvSpPr>
            <a:spLocks noGrp="1"/>
          </p:cNvSpPr>
          <p:nvPr>
            <p:ph type="pic" sz="quarter" idx="15"/>
          </p:nvPr>
        </p:nvSpPr>
        <p:spPr>
          <a:xfrm>
            <a:off x="612647" y="2057400"/>
            <a:ext cx="2740153" cy="4091502"/>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3810001" y="2057400"/>
            <a:ext cx="7766302" cy="4091502"/>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647" y="6343955"/>
            <a:ext cx="2805405" cy="365125"/>
          </a:xfrm>
          <a:prstGeom prst="rect">
            <a:avLst/>
          </a:prstGeom>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93929" y="6343955"/>
            <a:ext cx="2202644" cy="365125"/>
          </a:xfrm>
          <a:prstGeom prst="rect">
            <a:avLst/>
          </a:prstGeom>
        </p:spPr>
        <p:txBody>
          <a:bodyPr>
            <a:noAutofit/>
          </a:bodyPr>
          <a:lstStyle/>
          <a:p>
            <a:fld id="{7B708C30-1428-4C16-AD49-DE42CFEA37BF}" type="datetime1">
              <a:rPr lang="en-US" smtClean="0"/>
              <a:t>10/16/2026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8501948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Number Large">
    <p:bg>
      <p:bgRef idx="1001">
        <a:schemeClr val="bg1"/>
      </p:bgRef>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1DA757D-A9AE-985A-6EEE-C02E46D45DC9}"/>
              </a:ext>
            </a:extLst>
          </p:cNvPr>
          <p:cNvSpPr/>
          <p:nvPr/>
        </p:nvSpPr>
        <p:spPr>
          <a:xfrm>
            <a:off x="11250895" y="43434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4"/>
            </a:solidFill>
            <a:prstDash val="solid"/>
            <a:miter/>
          </a:ln>
        </p:spPr>
        <p:txBody>
          <a:bodyPr rtlCol="0" anchor="ctr"/>
          <a:lstStyle/>
          <a:p>
            <a:pPr algn="l" rtl="0"/>
            <a:endParaRPr lang="en-US"/>
          </a:p>
        </p:txBody>
      </p:sp>
      <p:sp>
        <p:nvSpPr>
          <p:cNvPr id="8" name="Freeform: Shape 7">
            <a:extLst>
              <a:ext uri="{FF2B5EF4-FFF2-40B4-BE49-F238E27FC236}">
                <a16:creationId xmlns:a16="http://schemas.microsoft.com/office/drawing/2014/main" id="{271E517F-7D77-FEA1-94A2-D8522A1BF181}"/>
              </a:ext>
            </a:extLst>
          </p:cNvPr>
          <p:cNvSpPr/>
          <p:nvPr/>
        </p:nvSpPr>
        <p:spPr>
          <a:xfrm>
            <a:off x="685800" y="46938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4"/>
            </a:solidFill>
            <a:prstDash val="solid"/>
            <a:miter/>
          </a:ln>
        </p:spPr>
        <p:txBody>
          <a:bodyPr rtlCol="0" anchor="ctr"/>
          <a:lstStyle/>
          <a:p>
            <a:pPr algn="l" rtl="0"/>
            <a:endParaRPr lang="en-US"/>
          </a:p>
        </p:txBody>
      </p:sp>
      <p:sp>
        <p:nvSpPr>
          <p:cNvPr id="11" name="Freeform: Shape 10">
            <a:extLst>
              <a:ext uri="{FF2B5EF4-FFF2-40B4-BE49-F238E27FC236}">
                <a16:creationId xmlns:a16="http://schemas.microsoft.com/office/drawing/2014/main" id="{562EAE4C-19D0-A0E4-1FDC-967BD2694E6F}"/>
              </a:ext>
            </a:extLst>
          </p:cNvPr>
          <p:cNvSpPr/>
          <p:nvPr/>
        </p:nvSpPr>
        <p:spPr>
          <a:xfrm>
            <a:off x="10998565" y="44258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4"/>
            </a:solidFill>
            <a:prstDash val="solid"/>
            <a:miter/>
          </a:ln>
        </p:spPr>
        <p:txBody>
          <a:bodyPr rtlCol="0" anchor="ctr"/>
          <a:lstStyle/>
          <a:p>
            <a:pPr algn="l" rtl="0"/>
            <a:endParaRPr lang="en-US"/>
          </a:p>
        </p:txBody>
      </p:sp>
      <p:sp>
        <p:nvSpPr>
          <p:cNvPr id="12" name="Freeform: Shape 11">
            <a:extLst>
              <a:ext uri="{FF2B5EF4-FFF2-40B4-BE49-F238E27FC236}">
                <a16:creationId xmlns:a16="http://schemas.microsoft.com/office/drawing/2014/main" id="{77E35C93-E0FF-6186-7502-985D78DA9B28}"/>
              </a:ext>
            </a:extLst>
          </p:cNvPr>
          <p:cNvSpPr/>
          <p:nvPr/>
        </p:nvSpPr>
        <p:spPr>
          <a:xfrm>
            <a:off x="10976145" y="44258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4"/>
            </a:solidFill>
            <a:prstDash val="solid"/>
            <a:miter/>
          </a:ln>
        </p:spPr>
        <p:txBody>
          <a:bodyPr rtlCol="0" anchor="ctr"/>
          <a:lstStyle/>
          <a:p>
            <a:pPr algn="l" rtl="0"/>
            <a:endParaRPr lang="en-US"/>
          </a:p>
        </p:txBody>
      </p:sp>
      <p:sp>
        <p:nvSpPr>
          <p:cNvPr id="15" name="Title 14">
            <a:extLst>
              <a:ext uri="{FF2B5EF4-FFF2-40B4-BE49-F238E27FC236}">
                <a16:creationId xmlns:a16="http://schemas.microsoft.com/office/drawing/2014/main" id="{D4E889F8-D8CB-1564-17A8-26A2F4258445}"/>
              </a:ext>
            </a:extLst>
          </p:cNvPr>
          <p:cNvSpPr>
            <a:spLocks noGrp="1"/>
          </p:cNvSpPr>
          <p:nvPr>
            <p:ph type="title"/>
          </p:nvPr>
        </p:nvSpPr>
        <p:spPr>
          <a:xfrm>
            <a:off x="612649" y="5025460"/>
            <a:ext cx="9144000" cy="868680"/>
          </a:xfrm>
        </p:spPr>
        <p:txBody>
          <a:bodyPr anchor="t">
            <a:normAutofit/>
          </a:bodyPr>
          <a:lstStyle>
            <a:lvl1pPr>
              <a:lnSpc>
                <a:spcPct val="110000"/>
              </a:lnSpc>
              <a:defRPr sz="1800" cap="none" baseline="0">
                <a:solidFill>
                  <a:schemeClr val="tx2"/>
                </a:solidFill>
              </a:defRPr>
            </a:lvl1pPr>
          </a:lstStyle>
          <a:p>
            <a:r>
              <a:rPr lang="en-US"/>
              <a:t>Click to edit Master title style</a:t>
            </a:r>
          </a:p>
        </p:txBody>
      </p:sp>
      <p:sp>
        <p:nvSpPr>
          <p:cNvPr id="13" name="Content Placeholder 12">
            <a:extLst>
              <a:ext uri="{FF2B5EF4-FFF2-40B4-BE49-F238E27FC236}">
                <a16:creationId xmlns:a16="http://schemas.microsoft.com/office/drawing/2014/main" id="{13B51AE5-91E2-069A-7DF2-EB394DA25E2D}"/>
              </a:ext>
            </a:extLst>
          </p:cNvPr>
          <p:cNvSpPr>
            <a:spLocks noGrp="1"/>
          </p:cNvSpPr>
          <p:nvPr>
            <p:ph sz="quarter" idx="15" hasCustomPrompt="1"/>
          </p:nvPr>
        </p:nvSpPr>
        <p:spPr>
          <a:xfrm>
            <a:off x="582484" y="1143000"/>
            <a:ext cx="10115679" cy="3474720"/>
          </a:xfrm>
        </p:spPr>
        <p:txBody>
          <a:bodyPr anchor="ctr">
            <a:noAutofit/>
          </a:bodyPr>
          <a:lstStyle>
            <a:lvl1pPr>
              <a:lnSpc>
                <a:spcPct val="90000"/>
              </a:lnSpc>
              <a:defRPr sz="2800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612647" y="6343955"/>
            <a:ext cx="2805405" cy="365125"/>
          </a:xfrm>
          <a:prstGeom prst="rect">
            <a:avLst/>
          </a:prstGeom>
        </p:spPr>
        <p:txBody>
          <a:bodyPr>
            <a:noAutofit/>
          </a:bodyPr>
          <a:lstStyle>
            <a:lvl1pPr algn="l" rtl="0">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8893929" y="6343955"/>
            <a:ext cx="2202644" cy="365125"/>
          </a:xfrm>
          <a:prstGeom prst="rect">
            <a:avLst/>
          </a:prstGeom>
        </p:spPr>
        <p:txBody>
          <a:bodyPr>
            <a:noAutofit/>
          </a:bodyPr>
          <a:lstStyle>
            <a:lvl1pPr algn="r" rtl="0">
              <a:defRPr>
                <a:solidFill>
                  <a:schemeClr val="tx1"/>
                </a:solidFill>
              </a:defRPr>
            </a:lvl1pPr>
          </a:lstStyle>
          <a:p>
            <a:fld id="{DCE8854E-90F8-4761-A9B8-18B1C5A3D25C}" type="datetime1">
              <a:rPr lang="en-US" smtClean="0"/>
              <a:pPr/>
              <a:t>10/16/2026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147096" y="6343955"/>
            <a:ext cx="429207" cy="365125"/>
          </a:xfrm>
          <a:prstGeom prst="rect">
            <a:avLst/>
          </a:prstGeom>
        </p:spPr>
        <p:txBody>
          <a:bodyPr>
            <a:noAutofit/>
          </a:bodyPr>
          <a:lstStyle>
            <a:lvl1pPr algn="r" rtl="0">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651120387"/>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8FE73F6F-B481-328B-CE64-8485DC66B8EA}"/>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57D968F-BFC6-694E-9A7C-A113E7DEBF65}"/>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B77A14AD-A403-0816-9FED-F4E7BB405B17}"/>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4C5DE6E3-5C5B-04A2-6D84-63D852F6062A}"/>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13" name="Title 12">
            <a:extLst>
              <a:ext uri="{FF2B5EF4-FFF2-40B4-BE49-F238E27FC236}">
                <a16:creationId xmlns:a16="http://schemas.microsoft.com/office/drawing/2014/main" id="{6D258FD5-5B6B-DBB1-0F00-D02C71197F95}"/>
              </a:ext>
            </a:extLst>
          </p:cNvPr>
          <p:cNvSpPr>
            <a:spLocks noGrp="1"/>
          </p:cNvSpPr>
          <p:nvPr>
            <p:ph type="title"/>
          </p:nvPr>
        </p:nvSpPr>
        <p:spPr>
          <a:xfrm>
            <a:off x="612648" y="4859867"/>
            <a:ext cx="9144000" cy="1097280"/>
          </a:xfrm>
        </p:spPr>
        <p:txBody>
          <a:bodyPr anchor="t">
            <a:normAutofit/>
          </a:bodyPr>
          <a:lstStyle>
            <a:lvl1pPr>
              <a:lnSpc>
                <a:spcPct val="110000"/>
              </a:lnSpc>
              <a:defRPr sz="1800" cap="none" baseline="0"/>
            </a:lvl1pPr>
          </a:lstStyle>
          <a:p>
            <a:r>
              <a:rPr lang="en-US" dirty="0"/>
              <a:t>Click to edit Master title style</a:t>
            </a:r>
          </a:p>
        </p:txBody>
      </p:sp>
      <p:sp>
        <p:nvSpPr>
          <p:cNvPr id="8" name="Content Placeholder 12">
            <a:extLst>
              <a:ext uri="{FF2B5EF4-FFF2-40B4-BE49-F238E27FC236}">
                <a16:creationId xmlns:a16="http://schemas.microsoft.com/office/drawing/2014/main" id="{196BB08E-5668-89FF-C0AE-D8A83C783F77}"/>
              </a:ext>
            </a:extLst>
          </p:cNvPr>
          <p:cNvSpPr>
            <a:spLocks noGrp="1"/>
          </p:cNvSpPr>
          <p:nvPr>
            <p:ph sz="quarter" idx="15" hasCustomPrompt="1"/>
          </p:nvPr>
        </p:nvSpPr>
        <p:spPr>
          <a:xfrm>
            <a:off x="582484" y="1600199"/>
            <a:ext cx="9171115" cy="3259668"/>
          </a:xfrm>
        </p:spPr>
        <p:txBody>
          <a:bodyPr anchor="ctr">
            <a:noAutofit/>
          </a:bodyPr>
          <a:lstStyle>
            <a:lvl1pPr>
              <a:lnSpc>
                <a:spcPct val="90000"/>
              </a:lnSpc>
              <a:defRPr sz="2800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612647" y="6343955"/>
            <a:ext cx="2805405" cy="365125"/>
          </a:xfrm>
          <a:prstGeom prst="rect">
            <a:avLst/>
          </a:prstGeom>
        </p:spPr>
        <p:txBody>
          <a:bodyPr>
            <a:noAutofit/>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8893929" y="6343955"/>
            <a:ext cx="2202644" cy="365125"/>
          </a:xfrm>
          <a:prstGeom prst="rect">
            <a:avLst/>
          </a:prstGeom>
        </p:spPr>
        <p:txBody>
          <a:bodyPr>
            <a:noAutofit/>
          </a:bodyPr>
          <a:lstStyle>
            <a:lvl1pPr>
              <a:defRPr>
                <a:solidFill>
                  <a:schemeClr val="tx1"/>
                </a:solidFill>
              </a:defRPr>
            </a:lvl1pPr>
          </a:lstStyle>
          <a:p>
            <a:fld id="{53DF09C0-6535-4055-81CC-988E059C8EEC}" type="datetime1">
              <a:rPr lang="en-US" smtClean="0"/>
              <a:t>10/16/2026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472743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accent1">
            <a:lumMod val="50000"/>
          </a:schemeClr>
        </a:solidFill>
        <a:effectLst/>
      </p:bgPr>
    </p:bg>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132C402C-8B4C-3690-6875-FE157681B853}"/>
              </a:ext>
            </a:extLst>
          </p:cNvPr>
          <p:cNvSpPr>
            <a:spLocks noGrp="1"/>
          </p:cNvSpPr>
          <p:nvPr>
            <p:ph type="title"/>
          </p:nvPr>
        </p:nvSpPr>
        <p:spPr>
          <a:xfrm>
            <a:off x="612648" y="5257800"/>
            <a:ext cx="9144000" cy="868680"/>
          </a:xfrm>
        </p:spPr>
        <p:txBody>
          <a:bodyPr anchor="t">
            <a:normAutofit/>
          </a:bodyPr>
          <a:lstStyle>
            <a:lvl1pPr>
              <a:lnSpc>
                <a:spcPct val="110000"/>
              </a:lnSpc>
              <a:defRPr sz="1800" cap="none" baseline="0">
                <a:solidFill>
                  <a:schemeClr val="tx2"/>
                </a:solidFill>
              </a:defRPr>
            </a:lvl1pPr>
          </a:lstStyle>
          <a:p>
            <a:r>
              <a:rPr lang="en-US"/>
              <a:t>Click to edit Master title style</a:t>
            </a:r>
          </a:p>
        </p:txBody>
      </p:sp>
      <p:sp>
        <p:nvSpPr>
          <p:cNvPr id="14" name="Content Placeholder 12">
            <a:extLst>
              <a:ext uri="{FF2B5EF4-FFF2-40B4-BE49-F238E27FC236}">
                <a16:creationId xmlns:a16="http://schemas.microsoft.com/office/drawing/2014/main" id="{C80DC0CF-9044-3D55-7D8F-4CD97232E3E8}"/>
              </a:ext>
            </a:extLst>
          </p:cNvPr>
          <p:cNvSpPr>
            <a:spLocks noGrp="1"/>
          </p:cNvSpPr>
          <p:nvPr>
            <p:ph sz="quarter" idx="15" hasCustomPrompt="1"/>
          </p:nvPr>
        </p:nvSpPr>
        <p:spPr>
          <a:xfrm>
            <a:off x="582484" y="1143000"/>
            <a:ext cx="10115679" cy="3474720"/>
          </a:xfrm>
        </p:spPr>
        <p:txBody>
          <a:bodyPr anchor="ctr">
            <a:noAutofit/>
          </a:bodyPr>
          <a:lstStyle>
            <a:lvl1pPr>
              <a:lnSpc>
                <a:spcPct val="90000"/>
              </a:lnSpc>
              <a:defRPr sz="2800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612647" y="6343955"/>
            <a:ext cx="2805405" cy="365125"/>
          </a:xfrm>
          <a:prstGeom prst="rect">
            <a:avLst/>
          </a:prstGeom>
        </p:spPr>
        <p:txBody>
          <a:bodyPr>
            <a:noAutofit/>
          </a:body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8893929" y="6343955"/>
            <a:ext cx="2202644" cy="365125"/>
          </a:xfrm>
          <a:prstGeom prst="rect">
            <a:avLst/>
          </a:prstGeom>
        </p:spPr>
        <p:txBody>
          <a:bodyPr>
            <a:noAutofit/>
          </a:bodyPr>
          <a:lstStyle/>
          <a:p>
            <a:fld id="{B85187EE-7BBC-405E-B3F5-9C3E88970356}" type="datetime1">
              <a:rPr lang="en-US" smtClean="0"/>
              <a:t>10/16/2026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
        <p:nvSpPr>
          <p:cNvPr id="6" name="Freeform: Shape 5">
            <a:extLst>
              <a:ext uri="{FF2B5EF4-FFF2-40B4-BE49-F238E27FC236}">
                <a16:creationId xmlns:a16="http://schemas.microsoft.com/office/drawing/2014/main" id="{1B480B90-B64C-0559-ACB2-7DBB57135C77}"/>
              </a:ext>
            </a:extLst>
          </p:cNvPr>
          <p:cNvSpPr/>
          <p:nvPr/>
        </p:nvSpPr>
        <p:spPr>
          <a:xfrm>
            <a:off x="11250895" y="456206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2"/>
            </a:solid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CD2E866D-D29F-1CC5-14B2-BB24F10745FE}"/>
              </a:ext>
            </a:extLst>
          </p:cNvPr>
          <p:cNvSpPr/>
          <p:nvPr/>
        </p:nvSpPr>
        <p:spPr>
          <a:xfrm>
            <a:off x="685800" y="491255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8FA0DC7F-E416-CA3E-E389-945D5FA32CC9}"/>
              </a:ext>
            </a:extLst>
          </p:cNvPr>
          <p:cNvSpPr/>
          <p:nvPr/>
        </p:nvSpPr>
        <p:spPr>
          <a:xfrm>
            <a:off x="10998565" y="464449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2D9CC5C-2252-AB09-49B5-FD1BE0E74E30}"/>
              </a:ext>
            </a:extLst>
          </p:cNvPr>
          <p:cNvSpPr/>
          <p:nvPr/>
        </p:nvSpPr>
        <p:spPr>
          <a:xfrm>
            <a:off x="10976145" y="464449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2"/>
            </a:solidFill>
            <a:prstDash val="solid"/>
            <a:miter/>
          </a:ln>
        </p:spPr>
        <p:txBody>
          <a:bodyPr rtlCol="0" anchor="ctr"/>
          <a:lstStyle/>
          <a:p>
            <a:endParaRPr lang="en-US"/>
          </a:p>
        </p:txBody>
      </p:sp>
    </p:spTree>
    <p:extLst>
      <p:ext uri="{BB962C8B-B14F-4D97-AF65-F5344CB8AC3E}">
        <p14:creationId xmlns:p14="http://schemas.microsoft.com/office/powerpoint/2010/main" val="2108005121"/>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tx2"/>
        </a:solidFill>
        <a:effectLst/>
      </p:bgPr>
    </p:bg>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22479" y="685800"/>
            <a:ext cx="9140953" cy="2699775"/>
          </a:xfrm>
        </p:spPr>
        <p:txBody>
          <a:bodyPr anchor="t">
            <a:noAutofit/>
          </a:bodyPr>
          <a:lstStyle>
            <a:lvl1pPr marL="164592" indent="-164592">
              <a:lnSpc>
                <a:spcPct val="100000"/>
              </a:lnSpc>
              <a:spcBef>
                <a:spcPts val="0"/>
              </a:spcBef>
              <a:buNone/>
              <a:defRPr sz="5400" b="0" i="0" cap="all" baseline="0">
                <a:solidFill>
                  <a:schemeClr val="bg2"/>
                </a:solidFill>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612647" y="6343955"/>
            <a:ext cx="2805405" cy="365125"/>
          </a:xfrm>
          <a:prstGeom prst="rect">
            <a:avLst/>
          </a:prstGeom>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8893929" y="6343955"/>
            <a:ext cx="2202644" cy="365125"/>
          </a:xfrm>
          <a:prstGeom prst="rect">
            <a:avLst/>
          </a:prstGeom>
        </p:spPr>
        <p:txBody>
          <a:bodyPr>
            <a:noAutofit/>
          </a:bodyPr>
          <a:lstStyle>
            <a:lvl1pPr>
              <a:defRPr>
                <a:solidFill>
                  <a:schemeClr val="bg1"/>
                </a:solidFill>
              </a:defRPr>
            </a:lvl1pPr>
          </a:lstStyle>
          <a:p>
            <a:fld id="{4A6891D2-C712-4357-A4F9-7362E459A272}" type="datetime1">
              <a:rPr lang="en-US" smtClean="0"/>
              <a:pPr/>
              <a:t>10/16/2026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8" name="Freeform: Shape 7">
            <a:extLst>
              <a:ext uri="{FF2B5EF4-FFF2-40B4-BE49-F238E27FC236}">
                <a16:creationId xmlns:a16="http://schemas.microsoft.com/office/drawing/2014/main" id="{FE594965-EF4A-40C0-FED1-CF5564CED970}"/>
              </a:ext>
            </a:extLst>
          </p:cNvPr>
          <p:cNvSpPr/>
          <p:nvPr/>
        </p:nvSpPr>
        <p:spPr>
          <a:xfrm>
            <a:off x="11250895" y="456206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69DE90F9-432C-AEEC-88D5-177A0E299391}"/>
              </a:ext>
            </a:extLst>
          </p:cNvPr>
          <p:cNvSpPr/>
          <p:nvPr/>
        </p:nvSpPr>
        <p:spPr>
          <a:xfrm>
            <a:off x="685800" y="491255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78ECD3CD-C697-A46B-71F2-D64BD77C395C}"/>
              </a:ext>
            </a:extLst>
          </p:cNvPr>
          <p:cNvSpPr/>
          <p:nvPr/>
        </p:nvSpPr>
        <p:spPr>
          <a:xfrm>
            <a:off x="10998565" y="464449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46793A7-6512-567E-DAFF-BB4A63B89DC3}"/>
              </a:ext>
            </a:extLst>
          </p:cNvPr>
          <p:cNvSpPr/>
          <p:nvPr/>
        </p:nvSpPr>
        <p:spPr>
          <a:xfrm>
            <a:off x="10976145" y="464449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6" name="Title 5">
            <a:extLst>
              <a:ext uri="{FF2B5EF4-FFF2-40B4-BE49-F238E27FC236}">
                <a16:creationId xmlns:a16="http://schemas.microsoft.com/office/drawing/2014/main" id="{A66A0D5A-6B2D-15B8-4FC0-30535DF01217}"/>
              </a:ext>
            </a:extLst>
          </p:cNvPr>
          <p:cNvSpPr>
            <a:spLocks noGrp="1"/>
          </p:cNvSpPr>
          <p:nvPr>
            <p:ph type="title" hasCustomPrompt="1"/>
          </p:nvPr>
        </p:nvSpPr>
        <p:spPr>
          <a:xfrm>
            <a:off x="612648" y="5486398"/>
            <a:ext cx="10058400" cy="669473"/>
          </a:xfrm>
        </p:spPr>
        <p:txBody>
          <a:bodyPr anchor="ctr">
            <a:normAutofit/>
          </a:bodyPr>
          <a:lstStyle>
            <a:lvl1pPr>
              <a:lnSpc>
                <a:spcPct val="120000"/>
              </a:lnSpc>
              <a:defRPr sz="1800" cap="none" baseline="0">
                <a:solidFill>
                  <a:schemeClr val="bg2"/>
                </a:solidFill>
              </a:defRPr>
            </a:lvl1pPr>
          </a:lstStyle>
          <a:p>
            <a:r>
              <a:rPr lang="en-US" dirty="0"/>
              <a:t>Quote Author</a:t>
            </a:r>
          </a:p>
        </p:txBody>
      </p:sp>
    </p:spTree>
    <p:extLst>
      <p:ext uri="{BB962C8B-B14F-4D97-AF65-F5344CB8AC3E}">
        <p14:creationId xmlns:p14="http://schemas.microsoft.com/office/powerpoint/2010/main" val="179918211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4"/>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D86F34B-87C2-AC58-5483-78C0E5DB477C}"/>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bg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B6B59A7-7C3C-7431-CC9A-51EFBA257959}"/>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bg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2D0661-BB9A-E751-A4EB-2C95BF96A560}"/>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bg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F09A5AB9-86E5-2BD1-8EFC-49C204619282}"/>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bg2"/>
            </a:solidFill>
            <a:prstDash val="solid"/>
            <a:miter/>
          </a:ln>
        </p:spPr>
        <p:txBody>
          <a:bodyPr rtlCol="0" anchor="ctr"/>
          <a:lstStyle/>
          <a:p>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7" y="1600200"/>
            <a:ext cx="10055353" cy="3657601"/>
          </a:xfrm>
        </p:spPr>
        <p:txBody>
          <a:bodyPr anchor="b">
            <a:noAutofit/>
          </a:bodyPr>
          <a:lstStyle>
            <a:lvl1pPr marL="164592" indent="-164592">
              <a:lnSpc>
                <a:spcPct val="100000"/>
              </a:lnSpc>
              <a:spcBef>
                <a:spcPts val="0"/>
              </a:spcBef>
              <a:buNone/>
              <a:defRPr sz="5400" b="0" i="0" cap="all" baseline="0">
                <a:solidFill>
                  <a:schemeClr val="bg2"/>
                </a:solidFill>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612647" y="6343955"/>
            <a:ext cx="2805405" cy="365125"/>
          </a:xfrm>
          <a:prstGeom prst="rect">
            <a:avLst/>
          </a:prstGeom>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8893929" y="6343955"/>
            <a:ext cx="2202644" cy="365125"/>
          </a:xfrm>
          <a:prstGeom prst="rect">
            <a:avLst/>
          </a:prstGeom>
        </p:spPr>
        <p:txBody>
          <a:bodyPr>
            <a:noAutofit/>
          </a:bodyPr>
          <a:lstStyle>
            <a:lvl1pPr>
              <a:defRPr>
                <a:solidFill>
                  <a:schemeClr val="bg1"/>
                </a:solidFill>
              </a:defRPr>
            </a:lvl1pPr>
          </a:lstStyle>
          <a:p>
            <a:fld id="{234566FD-24FB-4338-A35C-D9AE347B4F66}" type="datetime1">
              <a:rPr lang="en-US" smtClean="0"/>
              <a:pPr/>
              <a:t>10/16/2026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13" name="Title 5">
            <a:extLst>
              <a:ext uri="{FF2B5EF4-FFF2-40B4-BE49-F238E27FC236}">
                <a16:creationId xmlns:a16="http://schemas.microsoft.com/office/drawing/2014/main" id="{A4A8879E-F637-BA38-C325-517B59E125EE}"/>
              </a:ext>
            </a:extLst>
          </p:cNvPr>
          <p:cNvSpPr>
            <a:spLocks noGrp="1"/>
          </p:cNvSpPr>
          <p:nvPr>
            <p:ph type="title" hasCustomPrompt="1"/>
          </p:nvPr>
        </p:nvSpPr>
        <p:spPr>
          <a:xfrm>
            <a:off x="612648" y="5486398"/>
            <a:ext cx="10058400" cy="669473"/>
          </a:xfrm>
        </p:spPr>
        <p:txBody>
          <a:bodyPr anchor="ctr">
            <a:normAutofit/>
          </a:bodyPr>
          <a:lstStyle>
            <a:lvl1pPr>
              <a:lnSpc>
                <a:spcPct val="120000"/>
              </a:lnSpc>
              <a:defRPr sz="1800" cap="none" baseline="0">
                <a:solidFill>
                  <a:schemeClr val="bg2"/>
                </a:solidFill>
              </a:defRPr>
            </a:lvl1pPr>
          </a:lstStyle>
          <a:p>
            <a:r>
              <a:rPr lang="en-US" dirty="0"/>
              <a:t>Quote Author</a:t>
            </a:r>
          </a:p>
        </p:txBody>
      </p:sp>
    </p:spTree>
    <p:extLst>
      <p:ext uri="{BB962C8B-B14F-4D97-AF65-F5344CB8AC3E}">
        <p14:creationId xmlns:p14="http://schemas.microsoft.com/office/powerpoint/2010/main" val="2160219630"/>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20ED10B2-4172-93C9-B408-242DDBA504A8}"/>
              </a:ext>
            </a:extLst>
          </p:cNvPr>
          <p:cNvSpPr/>
          <p:nvPr/>
        </p:nvSpPr>
        <p:spPr>
          <a:xfrm>
            <a:off x="11250895" y="5430148"/>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CF4AA95-C597-81F0-35EA-96B5BA7A12BB}"/>
              </a:ext>
            </a:extLst>
          </p:cNvPr>
          <p:cNvSpPr/>
          <p:nvPr/>
        </p:nvSpPr>
        <p:spPr>
          <a:xfrm>
            <a:off x="685800" y="5780643"/>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A37871-D86F-9BA6-1D96-9B3392C2F247}"/>
              </a:ext>
            </a:extLst>
          </p:cNvPr>
          <p:cNvSpPr/>
          <p:nvPr/>
        </p:nvSpPr>
        <p:spPr>
          <a:xfrm>
            <a:off x="10998565" y="5512580"/>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B203EFA-FE43-9B63-5768-4A3FD1509639}"/>
              </a:ext>
            </a:extLst>
          </p:cNvPr>
          <p:cNvSpPr/>
          <p:nvPr/>
        </p:nvSpPr>
        <p:spPr>
          <a:xfrm>
            <a:off x="10976145" y="5512585"/>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868680"/>
            <a:ext cx="9140952" cy="3660746"/>
          </a:xfrm>
        </p:spPr>
        <p:txBody>
          <a:bodyPr anchor="ctr">
            <a:noAutofit/>
          </a:bodyPr>
          <a:lstStyle>
            <a:lvl1pPr marL="164592" indent="-164592">
              <a:lnSpc>
                <a:spcPct val="110000"/>
              </a:lnSpc>
              <a:spcBef>
                <a:spcPts val="0"/>
              </a:spcBef>
              <a:buNone/>
              <a:defRPr sz="5400" b="0" i="0" cap="all" baseline="0">
                <a:solidFill>
                  <a:schemeClr val="bg2"/>
                </a:solidFill>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612647" y="6343955"/>
            <a:ext cx="2805405" cy="365125"/>
          </a:xfrm>
          <a:prstGeom prst="rect">
            <a:avLst/>
          </a:prstGeom>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8893929" y="6343955"/>
            <a:ext cx="2202644" cy="365125"/>
          </a:xfrm>
          <a:prstGeom prst="rect">
            <a:avLst/>
          </a:prstGeom>
        </p:spPr>
        <p:txBody>
          <a:bodyPr>
            <a:noAutofit/>
          </a:bodyPr>
          <a:lstStyle>
            <a:lvl1pPr>
              <a:defRPr>
                <a:solidFill>
                  <a:schemeClr val="bg1"/>
                </a:solidFill>
              </a:defRPr>
            </a:lvl1pPr>
          </a:lstStyle>
          <a:p>
            <a:fld id="{D02BF1DD-1BF4-406D-9906-B4846BCC8D55}" type="datetime1">
              <a:rPr lang="en-US" smtClean="0"/>
              <a:pPr/>
              <a:t>10/16/2026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13" name="Title 12">
            <a:extLst>
              <a:ext uri="{FF2B5EF4-FFF2-40B4-BE49-F238E27FC236}">
                <a16:creationId xmlns:a16="http://schemas.microsoft.com/office/drawing/2014/main" id="{F259B8E5-883A-B6CE-4C6C-F6F48B038CDE}"/>
              </a:ext>
            </a:extLst>
          </p:cNvPr>
          <p:cNvSpPr>
            <a:spLocks noGrp="1"/>
          </p:cNvSpPr>
          <p:nvPr>
            <p:ph type="title" hasCustomPrompt="1"/>
          </p:nvPr>
        </p:nvSpPr>
        <p:spPr>
          <a:xfrm>
            <a:off x="612648" y="4617720"/>
            <a:ext cx="9140951" cy="788609"/>
          </a:xfrm>
        </p:spPr>
        <p:txBody>
          <a:bodyPr anchor="t">
            <a:normAutofit/>
          </a:bodyPr>
          <a:lstStyle>
            <a:lvl1pPr>
              <a:lnSpc>
                <a:spcPct val="120000"/>
              </a:lnSpc>
              <a:defRPr sz="1800" cap="none" baseline="0">
                <a:solidFill>
                  <a:schemeClr val="bg2"/>
                </a:solidFill>
              </a:defRPr>
            </a:lvl1pPr>
          </a:lstStyle>
          <a:p>
            <a:r>
              <a:rPr lang="en-US" dirty="0"/>
              <a:t>Quote Author</a:t>
            </a:r>
          </a:p>
        </p:txBody>
      </p:sp>
    </p:spTree>
    <p:extLst>
      <p:ext uri="{BB962C8B-B14F-4D97-AF65-F5344CB8AC3E}">
        <p14:creationId xmlns:p14="http://schemas.microsoft.com/office/powerpoint/2010/main" val="229188047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FA77448-F1DA-CAC1-9B05-8F5CE65586ED}"/>
              </a:ext>
            </a:extLst>
          </p:cNvPr>
          <p:cNvSpPr>
            <a:spLocks noGrp="1"/>
          </p:cNvSpPr>
          <p:nvPr>
            <p:ph type="title"/>
          </p:nvPr>
        </p:nvSpPr>
        <p:spPr>
          <a:xfrm>
            <a:off x="612647" y="685800"/>
            <a:ext cx="10963655" cy="1133170"/>
          </a:xfrm>
        </p:spPr>
        <p:txBody>
          <a:bodyPr anchor="b">
            <a:noAutofit/>
          </a:bodyPr>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40080" y="1878566"/>
            <a:ext cx="5074920" cy="559834"/>
          </a:xfrm>
        </p:spPr>
        <p:txBody>
          <a:bodyPr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497572" y="1878566"/>
            <a:ext cx="5075556" cy="559834"/>
          </a:xfrm>
        </p:spPr>
        <p:txBody>
          <a:bodyPr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514600"/>
            <a:ext cx="5075238" cy="365918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497572" y="2514600"/>
            <a:ext cx="5075556" cy="365918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a:xfrm>
            <a:off x="612647" y="6343955"/>
            <a:ext cx="2805405" cy="365125"/>
          </a:xfrm>
          <a:prstGeom prst="rect">
            <a:avLst/>
          </a:prstGeom>
        </p:spPr>
        <p:txBody>
          <a:bodyPr>
            <a:noAutofit/>
          </a:bodyPr>
          <a:lstStyle/>
          <a:p>
            <a:r>
              <a:rPr lang="en-US"/>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8893929" y="6343955"/>
            <a:ext cx="2202644" cy="365125"/>
          </a:xfrm>
          <a:prstGeom prst="rect">
            <a:avLst/>
          </a:prstGeom>
        </p:spPr>
        <p:txBody>
          <a:bodyPr>
            <a:noAutofit/>
          </a:bodyPr>
          <a:lstStyle/>
          <a:p>
            <a:fld id="{2E9CE581-A048-42A8-B14C-488A3338D2F0}" type="datetime1">
              <a:rPr lang="en-US" smtClean="0"/>
              <a:t>10/16/2026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8535362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F5184-1DAA-DFF4-A408-3D5DD1517148}"/>
              </a:ext>
            </a:extLst>
          </p:cNvPr>
          <p:cNvSpPr>
            <a:spLocks noGrp="1"/>
          </p:cNvSpPr>
          <p:nvPr>
            <p:ph type="title"/>
          </p:nvPr>
        </p:nvSpPr>
        <p:spPr>
          <a:xfrm>
            <a:off x="612647" y="685800"/>
            <a:ext cx="10963655" cy="1133170"/>
          </a:xfrm>
        </p:spPr>
        <p:txBody>
          <a:bodyPr anchor="b">
            <a:noAutofit/>
          </a:bodyPr>
          <a:lstStyle/>
          <a:p>
            <a:r>
              <a:rPr lang="en-US" dirty="0"/>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612647" y="6343955"/>
            <a:ext cx="2805405" cy="365125"/>
          </a:xfrm>
          <a:prstGeom prst="rect">
            <a:avLst/>
          </a:prstGeom>
        </p:spPr>
        <p:txBody>
          <a:bodyPr>
            <a:noAutofit/>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a:xfrm>
            <a:off x="8893929" y="6343955"/>
            <a:ext cx="2202644" cy="365125"/>
          </a:xfrm>
          <a:prstGeom prst="rect">
            <a:avLst/>
          </a:prstGeom>
        </p:spPr>
        <p:txBody>
          <a:bodyPr>
            <a:noAutofit/>
          </a:bodyPr>
          <a:lstStyle/>
          <a:p>
            <a:fld id="{F37B15FB-E45F-4977-9C40-BB6531CE6EA6}" type="datetime1">
              <a:rPr lang="en-US" smtClean="0"/>
              <a:t>10/16/2026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48815250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A9EA653-B766-E096-036C-1C173E2991BD}"/>
              </a:ext>
            </a:extLst>
          </p:cNvPr>
          <p:cNvSpPr>
            <a:spLocks noGrp="1"/>
          </p:cNvSpPr>
          <p:nvPr>
            <p:ph type="title"/>
          </p:nvPr>
        </p:nvSpPr>
        <p:spPr>
          <a:xfrm>
            <a:off x="612647" y="685800"/>
            <a:ext cx="3654553" cy="3643916"/>
          </a:xfrm>
        </p:spPr>
        <p:txBody>
          <a:bodyPr anchor="t">
            <a:noAutofit/>
          </a:bodyPr>
          <a:lstStyle>
            <a:lvl1pPr>
              <a:defRPr sz="5400"/>
            </a:lvl1pPr>
          </a:lstStyle>
          <a:p>
            <a:r>
              <a:rPr lang="en-US" dirty="0"/>
              <a:t>Click to edit Master title style</a:t>
            </a:r>
          </a:p>
        </p:txBody>
      </p:sp>
      <p:sp>
        <p:nvSpPr>
          <p:cNvPr id="9" name="Text Placeholder 3">
            <a:extLst>
              <a:ext uri="{FF2B5EF4-FFF2-40B4-BE49-F238E27FC236}">
                <a16:creationId xmlns:a16="http://schemas.microsoft.com/office/drawing/2014/main" id="{31845593-CC30-27D6-3F82-E2BA784C49F2}"/>
              </a:ext>
            </a:extLst>
          </p:cNvPr>
          <p:cNvSpPr>
            <a:spLocks noGrp="1"/>
          </p:cNvSpPr>
          <p:nvPr>
            <p:ph type="body" sz="half" idx="2"/>
          </p:nvPr>
        </p:nvSpPr>
        <p:spPr>
          <a:xfrm>
            <a:off x="612647" y="4526280"/>
            <a:ext cx="3654553" cy="1621111"/>
          </a:xfrm>
        </p:spPr>
        <p:txBody>
          <a:bodyPr anchor="b">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76801" y="685800"/>
            <a:ext cx="6699502" cy="5486400"/>
          </a:xfrm>
        </p:spPr>
        <p:txBody>
          <a:bodyPr vert="horz" lIns="91440" tIns="45720" rIns="91440" bIns="45720" rtlCol="0">
            <a:no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a:xfrm>
            <a:off x="612647" y="6343955"/>
            <a:ext cx="2805405" cy="365125"/>
          </a:xfrm>
          <a:prstGeom prst="rect">
            <a:avLst/>
          </a:prstGeom>
        </p:spPr>
        <p:txBody>
          <a:bodyPr>
            <a:noAutofit/>
          </a:body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a:xfrm>
            <a:off x="8893929" y="6343955"/>
            <a:ext cx="2202644" cy="365125"/>
          </a:xfrm>
          <a:prstGeom prst="rect">
            <a:avLst/>
          </a:prstGeom>
        </p:spPr>
        <p:txBody>
          <a:bodyPr>
            <a:noAutofit/>
          </a:bodyPr>
          <a:lstStyle/>
          <a:p>
            <a:fld id="{81D94988-488B-40CC-9623-27A54F95F7B4}" type="datetime1">
              <a:rPr lang="en-US" smtClean="0"/>
              <a:t>10/16/2026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27365434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7" y="685800"/>
            <a:ext cx="3654553" cy="3643916"/>
          </a:xfrm>
        </p:spPr>
        <p:txBody>
          <a:bodyPr anchor="t">
            <a:noAutofit/>
          </a:bodyPr>
          <a:lstStyle>
            <a:lvl1pPr>
              <a:defRPr sz="5400"/>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7" y="4526280"/>
            <a:ext cx="3654553" cy="1621111"/>
          </a:xfrm>
        </p:spPr>
        <p:txBody>
          <a:bodyPr anchor="b">
            <a:no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4872039" y="685800"/>
            <a:ext cx="6699502" cy="5442639"/>
          </a:xfrm>
          <a:blipFill>
            <a:blip r:embed="rId2">
              <a:alphaModFix amt="60000"/>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a:off x="612647" y="6343955"/>
            <a:ext cx="2805405" cy="365125"/>
          </a:xfrm>
          <a:prstGeom prst="rect">
            <a:avLst/>
          </a:prstGeom>
        </p:spPr>
        <p:txBody>
          <a:bodyPr>
            <a:noAutofit/>
          </a:bodyPr>
          <a:lstStyle/>
          <a:p>
            <a:r>
              <a:rPr lang="en-US"/>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8893929" y="6343955"/>
            <a:ext cx="2202644" cy="365125"/>
          </a:xfrm>
          <a:prstGeom prst="rect">
            <a:avLst/>
          </a:prstGeom>
        </p:spPr>
        <p:txBody>
          <a:bodyPr>
            <a:noAutofit/>
          </a:bodyPr>
          <a:lstStyle/>
          <a:p>
            <a:fld id="{FA3C7011-18F0-49E4-85C9-3E22BE44E3EB}" type="datetime1">
              <a:rPr lang="en-US" smtClean="0"/>
              <a:t>10/16/2026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53188313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lang="en-US"/>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330883C4-22F1-4D47-BFE8-6A69F7E0A709}" type="datetimeFigureOut">
              <a:rPr lang="en-US" smtClean="0"/>
              <a:t>10/16/2026</a:t>
            </a:fld>
            <a:endParaRPr lang="en-US"/>
          </a:p>
        </p:txBody>
      </p:sp>
      <p:sp>
        <p:nvSpPr>
          <p:cNvPr id="4" name="Holder 4"/>
          <p:cNvSpPr>
            <a:spLocks noGrp="1"/>
          </p:cNvSpPr>
          <p:nvPr>
            <p:ph type="sldNum" sz="quarter" idx="7"/>
          </p:nvPr>
        </p:nvSpPr>
        <p:spPr/>
        <p:txBody>
          <a:bodyPr lIns="0" tIns="0" rIns="0" bIns="0"/>
          <a:lstStyle>
            <a:lvl1pPr>
              <a:defRPr sz="900" b="0" i="0">
                <a:solidFill>
                  <a:srgbClr val="002854"/>
                </a:solidFill>
                <a:latin typeface="Segoe UI"/>
                <a:cs typeface="Segoe UI"/>
              </a:defRPr>
            </a:lvl1pPr>
          </a:lstStyle>
          <a:p>
            <a:fld id="{634D2251-361D-4ECE-AE55-BF10B72CB187}" type="slidenum">
              <a:rPr lang="en-US" smtClean="0"/>
              <a:t>‹#›</a:t>
            </a:fld>
            <a:endParaRPr lang="en-US"/>
          </a:p>
        </p:txBody>
      </p:sp>
    </p:spTree>
    <p:extLst>
      <p:ext uri="{BB962C8B-B14F-4D97-AF65-F5344CB8AC3E}">
        <p14:creationId xmlns:p14="http://schemas.microsoft.com/office/powerpoint/2010/main" val="57128889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theme" Target="../theme/theme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Shape, rectangle&#10;&#10;Description automatically generated with medium confidence">
            <a:extLst>
              <a:ext uri="{FF2B5EF4-FFF2-40B4-BE49-F238E27FC236}">
                <a16:creationId xmlns:a16="http://schemas.microsoft.com/office/drawing/2014/main" id="{927A4B59-C598-90D6-EB86-6CEB76A2655D}"/>
              </a:ext>
            </a:extLst>
          </p:cNvPr>
          <p:cNvPicPr>
            <a:picLocks noChangeAspect="1"/>
          </p:cNvPicPr>
          <p:nvPr/>
        </p:nvPicPr>
        <p:blipFill>
          <a:blip r:embed="rId52"/>
          <a:stretch>
            <a:fill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6440EBC7-ADE3-F209-E554-2D41BB8DEF24}"/>
              </a:ext>
            </a:extLst>
          </p:cNvPr>
          <p:cNvSpPr>
            <a:spLocks noGrp="1"/>
          </p:cNvSpPr>
          <p:nvPr>
            <p:ph type="title"/>
          </p:nvPr>
        </p:nvSpPr>
        <p:spPr>
          <a:xfrm>
            <a:off x="838200" y="365126"/>
            <a:ext cx="10515600" cy="560564"/>
          </a:xfrm>
          <a:prstGeom prst="rect">
            <a:avLst/>
          </a:prstGeom>
        </p:spPr>
        <p:txBody>
          <a:bodyPr vert="horz" lIns="91440" tIns="45720" rIns="91440" bIns="45720" rtlCol="0" anchor="ctr">
            <a:normAutofit/>
          </a:bodyPr>
          <a:lstStyle/>
          <a:p>
            <a:r>
              <a:rPr lang="en-US"/>
              <a:t>Click to edit Master title style</a:t>
            </a:r>
            <a:endParaRPr lang="en-MX"/>
          </a:p>
        </p:txBody>
      </p:sp>
      <p:sp>
        <p:nvSpPr>
          <p:cNvPr id="4" name="TextBox 3">
            <a:extLst>
              <a:ext uri="{FF2B5EF4-FFF2-40B4-BE49-F238E27FC236}">
                <a16:creationId xmlns:a16="http://schemas.microsoft.com/office/drawing/2014/main" id="{9394717D-6E54-D547-934B-958044D27E5A}"/>
              </a:ext>
            </a:extLst>
          </p:cNvPr>
          <p:cNvSpPr txBox="1"/>
          <p:nvPr/>
        </p:nvSpPr>
        <p:spPr>
          <a:xfrm>
            <a:off x="826911" y="6479823"/>
            <a:ext cx="572911" cy="276999"/>
          </a:xfrm>
          <a:prstGeom prst="rect">
            <a:avLst/>
          </a:prstGeom>
          <a:noFill/>
        </p:spPr>
        <p:txBody>
          <a:bodyPr wrap="square" rtlCol="0">
            <a:spAutoFit/>
          </a:bodyPr>
          <a:lstStyle/>
          <a:p>
            <a:fld id="{C3BB742A-9951-4A41-9B51-4F6023B7AEA7}" type="slidenum">
              <a:rPr lang="en-MX" sz="1200" b="1" i="0" smtClean="0">
                <a:solidFill>
                  <a:schemeClr val="bg1"/>
                </a:solidFill>
                <a:latin typeface="Khula SemiBold" panose="02000000000000000000" pitchFamily="2" charset="0"/>
                <a:cs typeface="Khula SemiBold" panose="02000000000000000000" pitchFamily="2" charset="0"/>
              </a:rPr>
              <a:t>‹#›</a:t>
            </a:fld>
            <a:endParaRPr lang="en-MX" sz="1200" b="1" i="0">
              <a:solidFill>
                <a:schemeClr val="bg1"/>
              </a:solidFill>
              <a:latin typeface="Khula SemiBold" panose="02000000000000000000" pitchFamily="2" charset="0"/>
              <a:cs typeface="Khula SemiBold" panose="02000000000000000000" pitchFamily="2" charset="0"/>
            </a:endParaRPr>
          </a:p>
        </p:txBody>
      </p:sp>
      <p:sp>
        <p:nvSpPr>
          <p:cNvPr id="9" name="Text Placeholder 8">
            <a:extLst>
              <a:ext uri="{FF2B5EF4-FFF2-40B4-BE49-F238E27FC236}">
                <a16:creationId xmlns:a16="http://schemas.microsoft.com/office/drawing/2014/main" id="{442D941F-3EA9-5B81-108F-188A61A1C6ED}"/>
              </a:ext>
            </a:extLst>
          </p:cNvPr>
          <p:cNvSpPr>
            <a:spLocks noGrp="1"/>
          </p:cNvSpPr>
          <p:nvPr>
            <p:ph type="body" idx="1"/>
          </p:nvPr>
        </p:nvSpPr>
        <p:spPr>
          <a:xfrm>
            <a:off x="838200" y="1290816"/>
            <a:ext cx="10515600" cy="48974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Tree>
    <p:extLst>
      <p:ext uri="{BB962C8B-B14F-4D97-AF65-F5344CB8AC3E}">
        <p14:creationId xmlns:p14="http://schemas.microsoft.com/office/powerpoint/2010/main" val="2283638675"/>
      </p:ext>
    </p:extLst>
  </p:cSld>
  <p:clrMap bg1="lt1" tx1="dk1" bg2="lt2" tx2="dk2" accent1="accent1" accent2="accent2" accent3="accent3" accent4="accent4" accent5="accent5" accent6="accent6" hlink="hlink" folHlink="folHlink"/>
  <p:sldLayoutIdLst>
    <p:sldLayoutId id="2147484171" r:id="rId1"/>
    <p:sldLayoutId id="2147484172" r:id="rId2"/>
    <p:sldLayoutId id="2147484173" r:id="rId3"/>
    <p:sldLayoutId id="2147484174" r:id="rId4"/>
    <p:sldLayoutId id="2147484175" r:id="rId5"/>
    <p:sldLayoutId id="2147484176" r:id="rId6"/>
    <p:sldLayoutId id="2147484177" r:id="rId7"/>
    <p:sldLayoutId id="2147484178" r:id="rId8"/>
    <p:sldLayoutId id="2147484179" r:id="rId9"/>
    <p:sldLayoutId id="2147484180" r:id="rId10"/>
    <p:sldLayoutId id="2147484181" r:id="rId11"/>
    <p:sldLayoutId id="2147484182" r:id="rId12"/>
    <p:sldLayoutId id="2147484183" r:id="rId13"/>
    <p:sldLayoutId id="2147484184" r:id="rId14"/>
    <p:sldLayoutId id="2147484185" r:id="rId15"/>
    <p:sldLayoutId id="2147484119" r:id="rId16"/>
    <p:sldLayoutId id="2147484114" r:id="rId17"/>
    <p:sldLayoutId id="2147484116" r:id="rId18"/>
    <p:sldLayoutId id="2147484117" r:id="rId19"/>
    <p:sldLayoutId id="2147484118" r:id="rId20"/>
    <p:sldLayoutId id="2147484121" r:id="rId21"/>
    <p:sldLayoutId id="2147484124" r:id="rId22"/>
    <p:sldLayoutId id="2147484125" r:id="rId23"/>
    <p:sldLayoutId id="2147484126" r:id="rId24"/>
    <p:sldLayoutId id="2147484129" r:id="rId25"/>
    <p:sldLayoutId id="2147484132" r:id="rId26"/>
    <p:sldLayoutId id="2147484133" r:id="rId27"/>
    <p:sldLayoutId id="2147484135" r:id="rId28"/>
    <p:sldLayoutId id="2147484136" r:id="rId29"/>
    <p:sldLayoutId id="2147484138" r:id="rId30"/>
    <p:sldLayoutId id="2147484139" r:id="rId31"/>
    <p:sldLayoutId id="2147484140" r:id="rId32"/>
    <p:sldLayoutId id="2147484141" r:id="rId33"/>
    <p:sldLayoutId id="2147484142" r:id="rId34"/>
    <p:sldLayoutId id="2147484143" r:id="rId35"/>
    <p:sldLayoutId id="2147484144" r:id="rId36"/>
    <p:sldLayoutId id="2147484145" r:id="rId37"/>
    <p:sldLayoutId id="2147484146" r:id="rId38"/>
    <p:sldLayoutId id="2147484148" r:id="rId39"/>
    <p:sldLayoutId id="2147484149" r:id="rId40"/>
    <p:sldLayoutId id="2147484150" r:id="rId41"/>
    <p:sldLayoutId id="2147484152" r:id="rId42"/>
    <p:sldLayoutId id="2147484158" r:id="rId43"/>
    <p:sldLayoutId id="2147484159" r:id="rId44"/>
    <p:sldLayoutId id="2147484160" r:id="rId45"/>
    <p:sldLayoutId id="2147484162" r:id="rId46"/>
    <p:sldLayoutId id="2147484163" r:id="rId47"/>
    <p:sldLayoutId id="2147484165" r:id="rId48"/>
    <p:sldLayoutId id="2147484166" r:id="rId49"/>
    <p:sldLayoutId id="2147484186" r:id="rId50"/>
  </p:sldLayoutIdLst>
  <p:hf sldNum="0" hdr="0" ftr="0" dt="0"/>
  <p:txStyles>
    <p:titleStyle>
      <a:lvl1pPr algn="l" defTabSz="914400" rtl="0" eaLnBrk="1" latinLnBrk="0" hangingPunct="1">
        <a:lnSpc>
          <a:spcPct val="90000"/>
        </a:lnSpc>
        <a:spcBef>
          <a:spcPct val="0"/>
        </a:spcBef>
        <a:buNone/>
        <a:defRPr sz="3200" b="1" i="0" kern="1200">
          <a:solidFill>
            <a:srgbClr val="005596"/>
          </a:solidFill>
          <a:latin typeface="Century Gothic" panose="020B0502020202020204" pitchFamily="34" charset="0"/>
          <a:ea typeface="+mj-ea"/>
          <a:cs typeface="+mj-cs"/>
        </a:defRPr>
      </a:lvl1pPr>
    </p:titleStyle>
    <p:bodyStyle>
      <a:lvl1pPr marL="0" indent="0" algn="l" defTabSz="914400" rtl="0" eaLnBrk="1" latinLnBrk="0" hangingPunct="1">
        <a:lnSpc>
          <a:spcPct val="90000"/>
        </a:lnSpc>
        <a:spcBef>
          <a:spcPts val="1000"/>
        </a:spcBef>
        <a:buFontTx/>
        <a:buNone/>
        <a:defRPr sz="1600" kern="1200">
          <a:solidFill>
            <a:schemeClr val="tx1">
              <a:lumMod val="95000"/>
              <a:lumOff val="5000"/>
            </a:schemeClr>
          </a:solidFill>
          <a:latin typeface="Khula Regular" panose="02000000000000000000" pitchFamily="2" charset="0"/>
          <a:ea typeface="+mn-ea"/>
          <a:cs typeface="Khula Regular" panose="02000000000000000000" pitchFamily="2" charset="0"/>
        </a:defRPr>
      </a:lvl1pPr>
      <a:lvl2pPr marL="457200" indent="0" algn="l" defTabSz="914400" rtl="0" eaLnBrk="1" latinLnBrk="0" hangingPunct="1">
        <a:lnSpc>
          <a:spcPct val="90000"/>
        </a:lnSpc>
        <a:spcBef>
          <a:spcPts val="500"/>
        </a:spcBef>
        <a:buFontTx/>
        <a:buNone/>
        <a:defRPr sz="1400" kern="1200">
          <a:solidFill>
            <a:schemeClr val="tx1">
              <a:lumMod val="95000"/>
              <a:lumOff val="5000"/>
            </a:schemeClr>
          </a:solidFill>
          <a:latin typeface="Khula Regular" panose="02000000000000000000" pitchFamily="2" charset="0"/>
          <a:ea typeface="+mn-ea"/>
          <a:cs typeface="Khula Regular" panose="02000000000000000000" pitchFamily="2" charset="0"/>
        </a:defRPr>
      </a:lvl2pPr>
      <a:lvl3pPr marL="914400" indent="0" algn="l" defTabSz="914400" rtl="0" eaLnBrk="1" latinLnBrk="0" hangingPunct="1">
        <a:lnSpc>
          <a:spcPct val="90000"/>
        </a:lnSpc>
        <a:spcBef>
          <a:spcPts val="500"/>
        </a:spcBef>
        <a:buFontTx/>
        <a:buNone/>
        <a:defRPr sz="1200" kern="1200">
          <a:solidFill>
            <a:schemeClr val="tx1">
              <a:lumMod val="95000"/>
              <a:lumOff val="5000"/>
            </a:schemeClr>
          </a:solidFill>
          <a:latin typeface="Khula Regular" panose="02000000000000000000" pitchFamily="2" charset="0"/>
          <a:ea typeface="+mn-ea"/>
          <a:cs typeface="Khula Regular" panose="02000000000000000000" pitchFamily="2" charset="0"/>
        </a:defRPr>
      </a:lvl3pPr>
      <a:lvl4pPr marL="1371600" indent="0" algn="l" defTabSz="914400" rtl="0" eaLnBrk="1" latinLnBrk="0" hangingPunct="1">
        <a:lnSpc>
          <a:spcPct val="90000"/>
        </a:lnSpc>
        <a:spcBef>
          <a:spcPts val="500"/>
        </a:spcBef>
        <a:buFontTx/>
        <a:buNone/>
        <a:defRPr sz="1100" kern="1200">
          <a:solidFill>
            <a:schemeClr val="tx1">
              <a:lumMod val="95000"/>
              <a:lumOff val="5000"/>
            </a:schemeClr>
          </a:solidFill>
          <a:latin typeface="Khula Regular" panose="02000000000000000000" pitchFamily="2" charset="0"/>
          <a:ea typeface="+mn-ea"/>
          <a:cs typeface="Khula Regular" panose="02000000000000000000" pitchFamily="2" charset="0"/>
        </a:defRPr>
      </a:lvl4pPr>
      <a:lvl5pPr marL="1828800" indent="0" algn="l" defTabSz="914400" rtl="0" eaLnBrk="1" latinLnBrk="0" hangingPunct="1">
        <a:lnSpc>
          <a:spcPct val="90000"/>
        </a:lnSpc>
        <a:spcBef>
          <a:spcPts val="500"/>
        </a:spcBef>
        <a:buFontTx/>
        <a:buNone/>
        <a:defRPr sz="1050" kern="1200">
          <a:solidFill>
            <a:schemeClr val="tx1">
              <a:lumMod val="95000"/>
              <a:lumOff val="5000"/>
            </a:schemeClr>
          </a:solidFill>
          <a:latin typeface="Khula Regular" panose="02000000000000000000" pitchFamily="2" charset="0"/>
          <a:ea typeface="+mn-ea"/>
          <a:cs typeface="Khula Regular"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0.xml"/></Relationships>
</file>

<file path=ppt/slides/_rels/slide4.xml.rels><?xml version="1.0" encoding="UTF-8" standalone="yes"?>
<Relationships xmlns="http://schemas.openxmlformats.org/package/2006/relationships"><Relationship Id="rId8" Type="http://schemas.openxmlformats.org/officeDocument/2006/relationships/image" Target="../media/image16.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1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hyperlink" Target="https://github.com/Fission-AI/OpenSpec" TargetMode="External"/></Relationships>
</file>

<file path=ppt/slides/_rels/slide11.xml.rels><?xml version="1.0" encoding="UTF-8" standalone="yes"?>
<Relationships xmlns="http://schemas.openxmlformats.org/package/2006/relationships"><Relationship Id="rId8" Type="http://schemas.openxmlformats.org/officeDocument/2006/relationships/hyperlink" Target="https://github.com/Fission-AI/OpenSpec/blob/main/docs/workflows.md" TargetMode="External"/><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hyperlink" Target="https://docs.bmad-method.org/" TargetMode="External"/></Relationships>
</file>

<file path=ppt/slides/_rels/slide1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 Id="rId9" Type="http://schemas.openxmlformats.org/officeDocument/2006/relationships/hyperlink" Target="https://docs.bmad-method.org/reference/agents/" TargetMode="External"/></Relationships>
</file>

<file path=ppt/slides/_rels/slide16.xml.rels><?xml version="1.0" encoding="UTF-8" standalone="yes"?>
<Relationships xmlns="http://schemas.openxmlformats.org/package/2006/relationships"><Relationship Id="rId8" Type="http://schemas.openxmlformats.org/officeDocument/2006/relationships/hyperlink" Target="https://docs.bmad-method.org/reference/workflow-map/" TargetMode="External"/><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D4536-CE0A-5848-13BC-03C419810B62}"/>
              </a:ext>
            </a:extLst>
          </p:cNvPr>
          <p:cNvSpPr>
            <a:spLocks noGrp="1"/>
          </p:cNvSpPr>
          <p:nvPr>
            <p:ph type="ctrTitle"/>
          </p:nvPr>
        </p:nvSpPr>
        <p:spPr>
          <a:xfrm>
            <a:off x="891822" y="3234055"/>
            <a:ext cx="9144000" cy="631296"/>
          </a:xfrm>
        </p:spPr>
        <p:txBody>
          <a:bodyPr anchor="b">
            <a:normAutofit/>
          </a:bodyPr>
          <a:lstStyle/>
          <a:p>
            <a:r>
              <a:rPr lang="en-US" sz="2400" dirty="0"/>
              <a:t>Spec-Driven Development: Moving Beyond Vibe Coding</a:t>
            </a:r>
          </a:p>
        </p:txBody>
      </p:sp>
      <p:sp>
        <p:nvSpPr>
          <p:cNvPr id="3" name="Subtitle 2">
            <a:extLst>
              <a:ext uri="{FF2B5EF4-FFF2-40B4-BE49-F238E27FC236}">
                <a16:creationId xmlns:a16="http://schemas.microsoft.com/office/drawing/2014/main" id="{48D03502-E542-DD54-F713-C2F700959C0F}"/>
              </a:ext>
            </a:extLst>
          </p:cNvPr>
          <p:cNvSpPr>
            <a:spLocks noGrp="1"/>
          </p:cNvSpPr>
          <p:nvPr>
            <p:ph type="subTitle" idx="1"/>
          </p:nvPr>
        </p:nvSpPr>
        <p:spPr>
          <a:xfrm>
            <a:off x="893276" y="3864877"/>
            <a:ext cx="9144000" cy="528370"/>
          </a:xfrm>
        </p:spPr>
        <p:txBody>
          <a:bodyPr>
            <a:normAutofit/>
          </a:bodyPr>
          <a:lstStyle/>
          <a:p>
            <a:r>
              <a:rPr lang="en-US"/>
              <a:t>Implementing structured specifications to improve software quality</a:t>
            </a:r>
          </a:p>
        </p:txBody>
      </p:sp>
    </p:spTree>
    <p:extLst>
      <p:ext uri="{BB962C8B-B14F-4D97-AF65-F5344CB8AC3E}">
        <p14:creationId xmlns:p14="http://schemas.microsoft.com/office/powerpoint/2010/main" val="2931840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42"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8A11E-4BE1-4A8D-864D-EB45424EE624}"/>
              </a:ext>
            </a:extLst>
          </p:cNvPr>
          <p:cNvSpPr>
            <a:spLocks noGrp="1"/>
          </p:cNvSpPr>
          <p:nvPr>
            <p:ph type="title"/>
          </p:nvPr>
        </p:nvSpPr>
        <p:spPr>
          <a:xfrm>
            <a:off x="468313" y="500352"/>
            <a:ext cx="11205668" cy="667808"/>
          </a:xfrm>
        </p:spPr>
        <p:txBody>
          <a:bodyPr>
            <a:normAutofit/>
          </a:bodyPr>
          <a:lstStyle/>
          <a:p>
            <a:r>
              <a:rPr lang="en-US" sz="2700"/>
              <a:t>Ground Rules </a:t>
            </a:r>
          </a:p>
        </p:txBody>
      </p:sp>
      <p:sp>
        <p:nvSpPr>
          <p:cNvPr id="3" name="Content Placeholder 2">
            <a:extLst>
              <a:ext uri="{FF2B5EF4-FFF2-40B4-BE49-F238E27FC236}">
                <a16:creationId xmlns:a16="http://schemas.microsoft.com/office/drawing/2014/main" id="{74F8FA87-186D-4F24-94C0-99F1FF14EC62}"/>
              </a:ext>
            </a:extLst>
          </p:cNvPr>
          <p:cNvSpPr>
            <a:spLocks noGrp="1"/>
          </p:cNvSpPr>
          <p:nvPr>
            <p:ph sz="quarter" idx="10"/>
          </p:nvPr>
        </p:nvSpPr>
        <p:spPr>
          <a:xfrm>
            <a:off x="1235676" y="2347958"/>
            <a:ext cx="5881064" cy="2273293"/>
          </a:xfrm>
        </p:spPr>
        <p:txBody>
          <a:bodyPr>
            <a:normAutofit lnSpcReduction="10000"/>
          </a:bodyPr>
          <a:lstStyle/>
          <a:p>
            <a:pPr marL="38587" indent="0">
              <a:buNone/>
            </a:pPr>
            <a:r>
              <a:rPr lang="en-US" sz="2400" dirty="0">
                <a:solidFill>
                  <a:srgbClr val="005596"/>
                </a:solidFill>
                <a:latin typeface="Poppins" pitchFamily="2" charset="77"/>
                <a:cs typeface="Poppins" pitchFamily="2" charset="77"/>
              </a:rPr>
              <a:t>Turn on your video and your mics (when speaking)</a:t>
            </a:r>
          </a:p>
          <a:p>
            <a:pPr marL="38587" indent="0">
              <a:buNone/>
            </a:pPr>
            <a:endParaRPr lang="en-US" sz="2400" dirty="0">
              <a:solidFill>
                <a:schemeClr val="tx1">
                  <a:lumMod val="65000"/>
                  <a:lumOff val="35000"/>
                </a:schemeClr>
              </a:solidFill>
              <a:latin typeface="Poppins" pitchFamily="2" charset="77"/>
              <a:cs typeface="Poppins" pitchFamily="2" charset="77"/>
            </a:endParaRPr>
          </a:p>
          <a:p>
            <a:pPr marL="38587" indent="0">
              <a:buNone/>
            </a:pPr>
            <a:endParaRPr lang="en-US" sz="2400" dirty="0">
              <a:solidFill>
                <a:srgbClr val="005596"/>
              </a:solidFill>
              <a:latin typeface="Poppins" pitchFamily="2" charset="77"/>
              <a:cs typeface="Poppins" pitchFamily="2" charset="77"/>
            </a:endParaRPr>
          </a:p>
          <a:p>
            <a:pPr marL="38587" indent="0">
              <a:buNone/>
            </a:pPr>
            <a:r>
              <a:rPr lang="en-US" sz="2400" dirty="0">
                <a:solidFill>
                  <a:srgbClr val="005596"/>
                </a:solidFill>
                <a:latin typeface="Poppins" pitchFamily="2" charset="77"/>
                <a:cs typeface="Poppins" pitchFamily="2" charset="77"/>
              </a:rPr>
              <a:t>Jump in with your thoughts and questions</a:t>
            </a:r>
          </a:p>
        </p:txBody>
      </p:sp>
      <p:pic>
        <p:nvPicPr>
          <p:cNvPr id="11" name="Picture 10" descr="Businesspeople in a meeting">
            <a:extLst>
              <a:ext uri="{FF2B5EF4-FFF2-40B4-BE49-F238E27FC236}">
                <a16:creationId xmlns:a16="http://schemas.microsoft.com/office/drawing/2014/main" id="{7ACAAA0F-E39F-48EF-AC3C-FC3679D69B36}"/>
              </a:ext>
            </a:extLst>
          </p:cNvPr>
          <p:cNvPicPr>
            <a:picLocks noChangeAspect="1"/>
          </p:cNvPicPr>
          <p:nvPr/>
        </p:nvPicPr>
        <p:blipFill>
          <a:blip r:embed="rId3"/>
          <a:srcRect l="26723" r="20071"/>
          <a:stretch/>
        </p:blipFill>
        <p:spPr>
          <a:xfrm>
            <a:off x="7116740" y="0"/>
            <a:ext cx="5075260" cy="6357648"/>
          </a:xfrm>
          <a:prstGeom prst="rect">
            <a:avLst/>
          </a:prstGeom>
        </p:spPr>
      </p:pic>
      <p:pic>
        <p:nvPicPr>
          <p:cNvPr id="5" name="Picture 4">
            <a:extLst>
              <a:ext uri="{FF2B5EF4-FFF2-40B4-BE49-F238E27FC236}">
                <a16:creationId xmlns:a16="http://schemas.microsoft.com/office/drawing/2014/main" id="{351F5596-5F22-D7DD-1FB0-7698A4FADEE8}"/>
              </a:ext>
            </a:extLst>
          </p:cNvPr>
          <p:cNvPicPr>
            <a:picLocks noChangeAspect="1"/>
          </p:cNvPicPr>
          <p:nvPr/>
        </p:nvPicPr>
        <p:blipFill>
          <a:blip r:embed="rId4">
            <a:duotone>
              <a:schemeClr val="accent1">
                <a:shade val="45000"/>
                <a:satMod val="135000"/>
              </a:schemeClr>
              <a:prstClr val="white"/>
            </a:duotone>
          </a:blip>
          <a:srcRect l="14325" r="12007" b="17892"/>
          <a:stretch/>
        </p:blipFill>
        <p:spPr>
          <a:xfrm>
            <a:off x="511037" y="2249105"/>
            <a:ext cx="599162" cy="667808"/>
          </a:xfrm>
          <a:prstGeom prst="rect">
            <a:avLst/>
          </a:prstGeom>
        </p:spPr>
      </p:pic>
      <p:pic>
        <p:nvPicPr>
          <p:cNvPr id="6" name="Picture 5">
            <a:extLst>
              <a:ext uri="{FF2B5EF4-FFF2-40B4-BE49-F238E27FC236}">
                <a16:creationId xmlns:a16="http://schemas.microsoft.com/office/drawing/2014/main" id="{66DCFD55-FF4E-7113-7E28-8DAC3ECE7E0B}"/>
              </a:ext>
            </a:extLst>
          </p:cNvPr>
          <p:cNvPicPr>
            <a:picLocks noChangeAspect="1"/>
          </p:cNvPicPr>
          <p:nvPr/>
        </p:nvPicPr>
        <p:blipFill>
          <a:blip r:embed="rId5">
            <a:duotone>
              <a:schemeClr val="accent1">
                <a:shade val="45000"/>
                <a:satMod val="135000"/>
              </a:schemeClr>
              <a:prstClr val="white"/>
            </a:duotone>
          </a:blip>
          <a:srcRect l="14325" t="10395" r="15343" b="24008"/>
          <a:stretch/>
        </p:blipFill>
        <p:spPr>
          <a:xfrm>
            <a:off x="394199" y="3762183"/>
            <a:ext cx="716000" cy="667809"/>
          </a:xfrm>
          <a:prstGeom prst="rect">
            <a:avLst/>
          </a:prstGeom>
        </p:spPr>
      </p:pic>
    </p:spTree>
    <p:extLst>
      <p:ext uri="{BB962C8B-B14F-4D97-AF65-F5344CB8AC3E}">
        <p14:creationId xmlns:p14="http://schemas.microsoft.com/office/powerpoint/2010/main" val="30449219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12512-4FE2-06C0-50AF-38464C2A7EF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2DF8E5B-0E54-B958-A8A0-1641205E9777}"/>
              </a:ext>
            </a:extLst>
          </p:cNvPr>
          <p:cNvSpPr/>
          <p:nvPr/>
        </p:nvSpPr>
        <p:spPr>
          <a:xfrm>
            <a:off x="0" y="0"/>
            <a:ext cx="12191695" cy="137160"/>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C827DE83-0FBD-7615-E468-6101B3C75538}"/>
              </a:ext>
            </a:extLst>
          </p:cNvPr>
          <p:cNvSpPr txBox="1"/>
          <p:nvPr/>
        </p:nvSpPr>
        <p:spPr>
          <a:xfrm>
            <a:off x="457200" y="365760"/>
            <a:ext cx="10972800" cy="584775"/>
          </a:xfrm>
          <a:prstGeom prst="rect">
            <a:avLst/>
          </a:prstGeom>
          <a:noFill/>
        </p:spPr>
        <p:txBody>
          <a:bodyPr wrap="square">
            <a:spAutoFit/>
          </a:bodyPr>
          <a:lstStyle/>
          <a:p>
            <a:pPr algn="l">
              <a:defRPr sz="3200" b="1">
                <a:solidFill>
                  <a:srgbClr val="005596"/>
                </a:solidFill>
                <a:latin typeface="Arial"/>
              </a:defRPr>
            </a:pPr>
            <a:r>
              <a:rPr lang="en-US"/>
              <a:t>Artificial Intelligence Maturity Model</a:t>
            </a:r>
            <a:endParaRPr/>
          </a:p>
        </p:txBody>
      </p:sp>
      <p:sp>
        <p:nvSpPr>
          <p:cNvPr id="35" name="TextBox 34">
            <a:extLst>
              <a:ext uri="{FF2B5EF4-FFF2-40B4-BE49-F238E27FC236}">
                <a16:creationId xmlns:a16="http://schemas.microsoft.com/office/drawing/2014/main" id="{67562BA0-0D74-9642-DF8C-3973E25700F3}"/>
              </a:ext>
            </a:extLst>
          </p:cNvPr>
          <p:cNvSpPr txBox="1"/>
          <p:nvPr/>
        </p:nvSpPr>
        <p:spPr>
          <a:xfrm>
            <a:off x="502920" y="6274613"/>
            <a:ext cx="11247120" cy="274320"/>
          </a:xfrm>
          <a:prstGeom prst="rect">
            <a:avLst/>
          </a:prstGeom>
          <a:noFill/>
        </p:spPr>
        <p:txBody>
          <a:bodyPr wrap="square">
            <a:spAutoFit/>
          </a:bodyPr>
          <a:lstStyle/>
          <a:p>
            <a:pPr algn="ctr">
              <a:defRPr sz="1200" b="1">
                <a:solidFill>
                  <a:srgbClr val="333333"/>
                </a:solidFill>
                <a:latin typeface="Arial"/>
              </a:defRPr>
            </a:pPr>
            <a:r>
              <a:t>As trust increases, humans shift from doing to directing</a:t>
            </a:r>
          </a:p>
        </p:txBody>
      </p:sp>
      <p:sp>
        <p:nvSpPr>
          <p:cNvPr id="37" name="TextBox 36">
            <a:extLst>
              <a:ext uri="{FF2B5EF4-FFF2-40B4-BE49-F238E27FC236}">
                <a16:creationId xmlns:a16="http://schemas.microsoft.com/office/drawing/2014/main" id="{4786C70C-A763-739D-9DCE-1417A748D627}"/>
              </a:ext>
            </a:extLst>
          </p:cNvPr>
          <p:cNvSpPr txBox="1"/>
          <p:nvPr/>
        </p:nvSpPr>
        <p:spPr>
          <a:xfrm>
            <a:off x="11430000" y="6400800"/>
            <a:ext cx="640080" cy="365760"/>
          </a:xfrm>
          <a:prstGeom prst="rect">
            <a:avLst/>
          </a:prstGeom>
          <a:noFill/>
        </p:spPr>
        <p:txBody>
          <a:bodyPr wrap="none">
            <a:spAutoFit/>
          </a:bodyPr>
          <a:lstStyle/>
          <a:p>
            <a:pPr algn="r">
              <a:defRPr sz="1000">
                <a:solidFill>
                  <a:srgbClr val="999999"/>
                </a:solidFill>
              </a:defRPr>
            </a:pPr>
            <a:r>
              <a:t>3</a:t>
            </a:r>
          </a:p>
        </p:txBody>
      </p:sp>
      <p:sp>
        <p:nvSpPr>
          <p:cNvPr id="38" name="Rectangle 37">
            <a:extLst>
              <a:ext uri="{FF2B5EF4-FFF2-40B4-BE49-F238E27FC236}">
                <a16:creationId xmlns:a16="http://schemas.microsoft.com/office/drawing/2014/main" id="{79BFA51B-9917-A7E1-8A13-C57A5F1FB77A}"/>
              </a:ext>
            </a:extLst>
          </p:cNvPr>
          <p:cNvSpPr/>
          <p:nvPr/>
        </p:nvSpPr>
        <p:spPr>
          <a:xfrm>
            <a:off x="365760" y="5223053"/>
            <a:ext cx="1371600" cy="457200"/>
          </a:xfrm>
          <a:prstGeom prst="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a:extLst>
              <a:ext uri="{FF2B5EF4-FFF2-40B4-BE49-F238E27FC236}">
                <a16:creationId xmlns:a16="http://schemas.microsoft.com/office/drawing/2014/main" id="{6A31F3D6-51A7-1A85-D84F-E6F3CBDAB85E}"/>
              </a:ext>
            </a:extLst>
          </p:cNvPr>
          <p:cNvSpPr/>
          <p:nvPr/>
        </p:nvSpPr>
        <p:spPr>
          <a:xfrm>
            <a:off x="822960" y="4903013"/>
            <a:ext cx="457200" cy="457200"/>
          </a:xfrm>
          <a:prstGeom prst="ellipse">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1</a:t>
            </a:r>
          </a:p>
        </p:txBody>
      </p:sp>
      <p:sp>
        <p:nvSpPr>
          <p:cNvPr id="40" name="TextBox 39">
            <a:extLst>
              <a:ext uri="{FF2B5EF4-FFF2-40B4-BE49-F238E27FC236}">
                <a16:creationId xmlns:a16="http://schemas.microsoft.com/office/drawing/2014/main" id="{5D80AE43-BE0E-DC5E-81F0-C548F7FD5C8F}"/>
              </a:ext>
            </a:extLst>
          </p:cNvPr>
          <p:cNvSpPr txBox="1"/>
          <p:nvPr/>
        </p:nvSpPr>
        <p:spPr>
          <a:xfrm>
            <a:off x="365760" y="5268773"/>
            <a:ext cx="1371600" cy="365760"/>
          </a:xfrm>
          <a:prstGeom prst="rect">
            <a:avLst/>
          </a:prstGeom>
          <a:noFill/>
        </p:spPr>
        <p:txBody>
          <a:bodyPr wrap="square">
            <a:spAutoFit/>
          </a:bodyPr>
          <a:lstStyle/>
          <a:p>
            <a:pPr algn="ctr">
              <a:defRPr sz="1000" b="1">
                <a:solidFill>
                  <a:srgbClr val="FFFFFF"/>
                </a:solidFill>
                <a:latin typeface="Arial"/>
              </a:defRPr>
            </a:pPr>
            <a:r>
              <a:t>Zero AI</a:t>
            </a:r>
          </a:p>
        </p:txBody>
      </p:sp>
      <p:sp>
        <p:nvSpPr>
          <p:cNvPr id="41" name="Rectangle 40">
            <a:extLst>
              <a:ext uri="{FF2B5EF4-FFF2-40B4-BE49-F238E27FC236}">
                <a16:creationId xmlns:a16="http://schemas.microsoft.com/office/drawing/2014/main" id="{3C005B3E-9A7B-0D92-39DC-147C628DEF57}"/>
              </a:ext>
            </a:extLst>
          </p:cNvPr>
          <p:cNvSpPr/>
          <p:nvPr/>
        </p:nvSpPr>
        <p:spPr>
          <a:xfrm>
            <a:off x="1810512" y="4811573"/>
            <a:ext cx="1371600" cy="868680"/>
          </a:xfrm>
          <a:prstGeom prst="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a:extLst>
              <a:ext uri="{FF2B5EF4-FFF2-40B4-BE49-F238E27FC236}">
                <a16:creationId xmlns:a16="http://schemas.microsoft.com/office/drawing/2014/main" id="{BC24C7F7-2A05-24D8-7AB5-11985654F5AE}"/>
              </a:ext>
            </a:extLst>
          </p:cNvPr>
          <p:cNvSpPr/>
          <p:nvPr/>
        </p:nvSpPr>
        <p:spPr>
          <a:xfrm>
            <a:off x="2267712" y="4491533"/>
            <a:ext cx="457200" cy="457200"/>
          </a:xfrm>
          <a:prstGeom prst="ellipse">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2</a:t>
            </a:r>
          </a:p>
        </p:txBody>
      </p:sp>
      <p:sp>
        <p:nvSpPr>
          <p:cNvPr id="43" name="TextBox 42">
            <a:extLst>
              <a:ext uri="{FF2B5EF4-FFF2-40B4-BE49-F238E27FC236}">
                <a16:creationId xmlns:a16="http://schemas.microsoft.com/office/drawing/2014/main" id="{B9E09ABC-CDF5-13D5-D2B4-212599856103}"/>
              </a:ext>
            </a:extLst>
          </p:cNvPr>
          <p:cNvSpPr txBox="1"/>
          <p:nvPr/>
        </p:nvSpPr>
        <p:spPr>
          <a:xfrm>
            <a:off x="1810512" y="4857293"/>
            <a:ext cx="1371600" cy="246221"/>
          </a:xfrm>
          <a:prstGeom prst="rect">
            <a:avLst/>
          </a:prstGeom>
          <a:noFill/>
        </p:spPr>
        <p:txBody>
          <a:bodyPr wrap="square">
            <a:spAutoFit/>
          </a:bodyPr>
          <a:lstStyle/>
          <a:p>
            <a:pPr algn="ctr">
              <a:defRPr sz="1000" b="1">
                <a:solidFill>
                  <a:srgbClr val="FFFFFF"/>
                </a:solidFill>
                <a:latin typeface="Arial"/>
              </a:defRPr>
            </a:pPr>
            <a:r>
              <a:rPr lang="en-US"/>
              <a:t>Off the shelf</a:t>
            </a:r>
            <a:endParaRPr/>
          </a:p>
        </p:txBody>
      </p:sp>
      <p:sp>
        <p:nvSpPr>
          <p:cNvPr id="44" name="Rectangle 43">
            <a:extLst>
              <a:ext uri="{FF2B5EF4-FFF2-40B4-BE49-F238E27FC236}">
                <a16:creationId xmlns:a16="http://schemas.microsoft.com/office/drawing/2014/main" id="{DAFB66BF-D999-A33A-54FF-F6B1BE032C0C}"/>
              </a:ext>
            </a:extLst>
          </p:cNvPr>
          <p:cNvSpPr/>
          <p:nvPr/>
        </p:nvSpPr>
        <p:spPr>
          <a:xfrm>
            <a:off x="3255264" y="4400093"/>
            <a:ext cx="1371600" cy="1280160"/>
          </a:xfrm>
          <a:prstGeom prst="rect">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a:extLst>
              <a:ext uri="{FF2B5EF4-FFF2-40B4-BE49-F238E27FC236}">
                <a16:creationId xmlns:a16="http://schemas.microsoft.com/office/drawing/2014/main" id="{6AA24CAA-2F08-0E24-9FBF-B5D115EC116A}"/>
              </a:ext>
            </a:extLst>
          </p:cNvPr>
          <p:cNvSpPr/>
          <p:nvPr/>
        </p:nvSpPr>
        <p:spPr>
          <a:xfrm>
            <a:off x="3712464" y="4080053"/>
            <a:ext cx="457200" cy="457200"/>
          </a:xfrm>
          <a:prstGeom prst="ellipse">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3</a:t>
            </a:r>
          </a:p>
        </p:txBody>
      </p:sp>
      <p:sp>
        <p:nvSpPr>
          <p:cNvPr id="46" name="TextBox 45">
            <a:extLst>
              <a:ext uri="{FF2B5EF4-FFF2-40B4-BE49-F238E27FC236}">
                <a16:creationId xmlns:a16="http://schemas.microsoft.com/office/drawing/2014/main" id="{53C53779-D682-4E0C-243B-0DF04B93EFE1}"/>
              </a:ext>
            </a:extLst>
          </p:cNvPr>
          <p:cNvSpPr txBox="1"/>
          <p:nvPr/>
        </p:nvSpPr>
        <p:spPr>
          <a:xfrm>
            <a:off x="3255264" y="4445813"/>
            <a:ext cx="1371600" cy="246221"/>
          </a:xfrm>
          <a:prstGeom prst="rect">
            <a:avLst/>
          </a:prstGeom>
          <a:noFill/>
        </p:spPr>
        <p:txBody>
          <a:bodyPr wrap="square">
            <a:spAutoFit/>
          </a:bodyPr>
          <a:lstStyle/>
          <a:p>
            <a:pPr algn="ctr">
              <a:defRPr sz="1000" b="1">
                <a:solidFill>
                  <a:srgbClr val="FFFFFF"/>
                </a:solidFill>
                <a:latin typeface="Arial"/>
              </a:defRPr>
            </a:pPr>
            <a:r>
              <a:rPr lang="en-US"/>
              <a:t>Task</a:t>
            </a:r>
            <a:endParaRPr/>
          </a:p>
        </p:txBody>
      </p:sp>
      <p:sp>
        <p:nvSpPr>
          <p:cNvPr id="47" name="Rectangle 46">
            <a:extLst>
              <a:ext uri="{FF2B5EF4-FFF2-40B4-BE49-F238E27FC236}">
                <a16:creationId xmlns:a16="http://schemas.microsoft.com/office/drawing/2014/main" id="{80B28A7C-4ADF-038A-A3B0-AB8FC1DDEB10}"/>
              </a:ext>
            </a:extLst>
          </p:cNvPr>
          <p:cNvSpPr/>
          <p:nvPr/>
        </p:nvSpPr>
        <p:spPr>
          <a:xfrm>
            <a:off x="4700016" y="3988613"/>
            <a:ext cx="1371600" cy="1691640"/>
          </a:xfrm>
          <a:prstGeom prst="rect">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a:extLst>
              <a:ext uri="{FF2B5EF4-FFF2-40B4-BE49-F238E27FC236}">
                <a16:creationId xmlns:a16="http://schemas.microsoft.com/office/drawing/2014/main" id="{EF8AC5C3-044E-815F-9910-39FDBC897335}"/>
              </a:ext>
            </a:extLst>
          </p:cNvPr>
          <p:cNvSpPr/>
          <p:nvPr/>
        </p:nvSpPr>
        <p:spPr>
          <a:xfrm>
            <a:off x="5157216" y="3668573"/>
            <a:ext cx="457200" cy="457200"/>
          </a:xfrm>
          <a:prstGeom prst="ellipse">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4</a:t>
            </a:r>
          </a:p>
        </p:txBody>
      </p:sp>
      <p:sp>
        <p:nvSpPr>
          <p:cNvPr id="49" name="TextBox 48">
            <a:extLst>
              <a:ext uri="{FF2B5EF4-FFF2-40B4-BE49-F238E27FC236}">
                <a16:creationId xmlns:a16="http://schemas.microsoft.com/office/drawing/2014/main" id="{33019B21-0C4F-5339-3098-A3915FD7E661}"/>
              </a:ext>
            </a:extLst>
          </p:cNvPr>
          <p:cNvSpPr txBox="1"/>
          <p:nvPr/>
        </p:nvSpPr>
        <p:spPr>
          <a:xfrm>
            <a:off x="4700016" y="4034333"/>
            <a:ext cx="1371600" cy="246221"/>
          </a:xfrm>
          <a:prstGeom prst="rect">
            <a:avLst/>
          </a:prstGeom>
          <a:noFill/>
        </p:spPr>
        <p:txBody>
          <a:bodyPr wrap="square">
            <a:spAutoFit/>
          </a:bodyPr>
          <a:lstStyle/>
          <a:p>
            <a:pPr algn="ctr">
              <a:defRPr sz="1000" b="1">
                <a:solidFill>
                  <a:srgbClr val="FFFFFF"/>
                </a:solidFill>
                <a:latin typeface="Arial"/>
              </a:defRPr>
            </a:pPr>
            <a:r>
              <a:t>W</a:t>
            </a:r>
            <a:r>
              <a:rPr lang="en-US"/>
              <a:t>orkflow</a:t>
            </a:r>
            <a:endParaRPr/>
          </a:p>
        </p:txBody>
      </p:sp>
      <p:sp>
        <p:nvSpPr>
          <p:cNvPr id="50" name="Rectangle 49">
            <a:extLst>
              <a:ext uri="{FF2B5EF4-FFF2-40B4-BE49-F238E27FC236}">
                <a16:creationId xmlns:a16="http://schemas.microsoft.com/office/drawing/2014/main" id="{4123BE96-82DE-0059-D8AA-06951DC1291B}"/>
              </a:ext>
            </a:extLst>
          </p:cNvPr>
          <p:cNvSpPr/>
          <p:nvPr/>
        </p:nvSpPr>
        <p:spPr>
          <a:xfrm>
            <a:off x="6144768" y="3577133"/>
            <a:ext cx="1371600" cy="2103120"/>
          </a:xfrm>
          <a:prstGeom prst="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a:extLst>
              <a:ext uri="{FF2B5EF4-FFF2-40B4-BE49-F238E27FC236}">
                <a16:creationId xmlns:a16="http://schemas.microsoft.com/office/drawing/2014/main" id="{DBFE07CB-FF71-EF25-9EB8-855B4CD1D00E}"/>
              </a:ext>
            </a:extLst>
          </p:cNvPr>
          <p:cNvSpPr/>
          <p:nvPr/>
        </p:nvSpPr>
        <p:spPr>
          <a:xfrm>
            <a:off x="6601968" y="3257093"/>
            <a:ext cx="457200" cy="457200"/>
          </a:xfrm>
          <a:prstGeom prst="ellipse">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5</a:t>
            </a:r>
          </a:p>
        </p:txBody>
      </p:sp>
      <p:sp>
        <p:nvSpPr>
          <p:cNvPr id="52" name="TextBox 51">
            <a:extLst>
              <a:ext uri="{FF2B5EF4-FFF2-40B4-BE49-F238E27FC236}">
                <a16:creationId xmlns:a16="http://schemas.microsoft.com/office/drawing/2014/main" id="{070D9193-0B6E-0D37-15B7-797E35EE0878}"/>
              </a:ext>
            </a:extLst>
          </p:cNvPr>
          <p:cNvSpPr txBox="1"/>
          <p:nvPr/>
        </p:nvSpPr>
        <p:spPr>
          <a:xfrm>
            <a:off x="6144768" y="3622853"/>
            <a:ext cx="1371600" cy="246221"/>
          </a:xfrm>
          <a:prstGeom prst="rect">
            <a:avLst/>
          </a:prstGeom>
          <a:noFill/>
        </p:spPr>
        <p:txBody>
          <a:bodyPr wrap="square">
            <a:spAutoFit/>
          </a:bodyPr>
          <a:lstStyle/>
          <a:p>
            <a:pPr algn="ctr">
              <a:defRPr sz="1000" b="1">
                <a:solidFill>
                  <a:srgbClr val="FFFFFF"/>
                </a:solidFill>
                <a:latin typeface="Arial"/>
              </a:defRPr>
            </a:pPr>
            <a:r>
              <a:rPr lang="en-US"/>
              <a:t>Delegate</a:t>
            </a:r>
            <a:endParaRPr/>
          </a:p>
        </p:txBody>
      </p:sp>
      <p:sp>
        <p:nvSpPr>
          <p:cNvPr id="53" name="Rectangle 52">
            <a:extLst>
              <a:ext uri="{FF2B5EF4-FFF2-40B4-BE49-F238E27FC236}">
                <a16:creationId xmlns:a16="http://schemas.microsoft.com/office/drawing/2014/main" id="{6830A351-B83F-DAAA-4CA4-6CB78C202EE1}"/>
              </a:ext>
            </a:extLst>
          </p:cNvPr>
          <p:cNvSpPr/>
          <p:nvPr/>
        </p:nvSpPr>
        <p:spPr>
          <a:xfrm>
            <a:off x="7589520" y="3165653"/>
            <a:ext cx="1371600" cy="2514600"/>
          </a:xfrm>
          <a:prstGeom prst="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a:extLst>
              <a:ext uri="{FF2B5EF4-FFF2-40B4-BE49-F238E27FC236}">
                <a16:creationId xmlns:a16="http://schemas.microsoft.com/office/drawing/2014/main" id="{FF29B3D3-5E70-00A5-B36B-576F601B1F56}"/>
              </a:ext>
            </a:extLst>
          </p:cNvPr>
          <p:cNvSpPr/>
          <p:nvPr/>
        </p:nvSpPr>
        <p:spPr>
          <a:xfrm>
            <a:off x="8046720" y="2845613"/>
            <a:ext cx="457200" cy="457200"/>
          </a:xfrm>
          <a:prstGeom prst="ellipse">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6</a:t>
            </a:r>
          </a:p>
        </p:txBody>
      </p:sp>
      <p:sp>
        <p:nvSpPr>
          <p:cNvPr id="55" name="TextBox 54">
            <a:extLst>
              <a:ext uri="{FF2B5EF4-FFF2-40B4-BE49-F238E27FC236}">
                <a16:creationId xmlns:a16="http://schemas.microsoft.com/office/drawing/2014/main" id="{67EEBFFF-C957-A6E6-3E8A-CC8E6CD9D77A}"/>
              </a:ext>
            </a:extLst>
          </p:cNvPr>
          <p:cNvSpPr txBox="1"/>
          <p:nvPr/>
        </p:nvSpPr>
        <p:spPr>
          <a:xfrm>
            <a:off x="7589520" y="3211373"/>
            <a:ext cx="1371600" cy="246221"/>
          </a:xfrm>
          <a:prstGeom prst="rect">
            <a:avLst/>
          </a:prstGeom>
          <a:noFill/>
        </p:spPr>
        <p:txBody>
          <a:bodyPr wrap="square">
            <a:spAutoFit/>
          </a:bodyPr>
          <a:lstStyle/>
          <a:p>
            <a:pPr algn="ctr">
              <a:defRPr sz="1000" b="1">
                <a:solidFill>
                  <a:srgbClr val="FFFFFF"/>
                </a:solidFill>
                <a:latin typeface="Arial"/>
              </a:defRPr>
            </a:pPr>
            <a:r>
              <a:rPr lang="en-US"/>
              <a:t>Coordinate</a:t>
            </a:r>
            <a:endParaRPr/>
          </a:p>
        </p:txBody>
      </p:sp>
      <p:sp>
        <p:nvSpPr>
          <p:cNvPr id="56" name="Rectangle 55">
            <a:extLst>
              <a:ext uri="{FF2B5EF4-FFF2-40B4-BE49-F238E27FC236}">
                <a16:creationId xmlns:a16="http://schemas.microsoft.com/office/drawing/2014/main" id="{77C3C151-079B-3C67-6057-900D81695D23}"/>
              </a:ext>
            </a:extLst>
          </p:cNvPr>
          <p:cNvSpPr/>
          <p:nvPr/>
        </p:nvSpPr>
        <p:spPr>
          <a:xfrm>
            <a:off x="9034272" y="2754173"/>
            <a:ext cx="1371600" cy="2926080"/>
          </a:xfrm>
          <a:prstGeom prst="rect">
            <a:avLst/>
          </a:prstGeom>
          <a:solidFill>
            <a:srgbClr val="F5BB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a:extLst>
              <a:ext uri="{FF2B5EF4-FFF2-40B4-BE49-F238E27FC236}">
                <a16:creationId xmlns:a16="http://schemas.microsoft.com/office/drawing/2014/main" id="{2D6F11AB-5B3A-C8B4-4E24-6652DC0126E2}"/>
              </a:ext>
            </a:extLst>
          </p:cNvPr>
          <p:cNvSpPr/>
          <p:nvPr/>
        </p:nvSpPr>
        <p:spPr>
          <a:xfrm>
            <a:off x="9491472" y="2434133"/>
            <a:ext cx="457200" cy="457200"/>
          </a:xfrm>
          <a:prstGeom prst="ellipse">
            <a:avLst/>
          </a:prstGeom>
          <a:solidFill>
            <a:srgbClr val="F5BB4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7</a:t>
            </a:r>
          </a:p>
        </p:txBody>
      </p:sp>
      <p:sp>
        <p:nvSpPr>
          <p:cNvPr id="58" name="TextBox 57">
            <a:extLst>
              <a:ext uri="{FF2B5EF4-FFF2-40B4-BE49-F238E27FC236}">
                <a16:creationId xmlns:a16="http://schemas.microsoft.com/office/drawing/2014/main" id="{8FFCDBA7-443D-2669-E195-815961340311}"/>
              </a:ext>
            </a:extLst>
          </p:cNvPr>
          <p:cNvSpPr txBox="1"/>
          <p:nvPr/>
        </p:nvSpPr>
        <p:spPr>
          <a:xfrm>
            <a:off x="9034272" y="2799893"/>
            <a:ext cx="1371600" cy="246221"/>
          </a:xfrm>
          <a:prstGeom prst="rect">
            <a:avLst/>
          </a:prstGeom>
          <a:noFill/>
        </p:spPr>
        <p:txBody>
          <a:bodyPr wrap="square">
            <a:spAutoFit/>
          </a:bodyPr>
          <a:lstStyle/>
          <a:p>
            <a:pPr algn="ctr">
              <a:defRPr sz="1000" b="1">
                <a:solidFill>
                  <a:srgbClr val="FFFFFF"/>
                </a:solidFill>
                <a:latin typeface="Arial"/>
              </a:defRPr>
            </a:pPr>
            <a:r>
              <a:rPr lang="en-US"/>
              <a:t>Supervise</a:t>
            </a:r>
            <a:endParaRPr/>
          </a:p>
        </p:txBody>
      </p:sp>
      <p:sp>
        <p:nvSpPr>
          <p:cNvPr id="59" name="Rectangle 58">
            <a:extLst>
              <a:ext uri="{FF2B5EF4-FFF2-40B4-BE49-F238E27FC236}">
                <a16:creationId xmlns:a16="http://schemas.microsoft.com/office/drawing/2014/main" id="{7FD9251D-0366-8D64-9836-52C6547CFCE3}"/>
              </a:ext>
            </a:extLst>
          </p:cNvPr>
          <p:cNvSpPr/>
          <p:nvPr/>
        </p:nvSpPr>
        <p:spPr>
          <a:xfrm>
            <a:off x="10479024" y="2342693"/>
            <a:ext cx="1371600" cy="3337560"/>
          </a:xfrm>
          <a:prstGeom prst="rect">
            <a:avLst/>
          </a:prstGeom>
          <a:solidFill>
            <a:srgbClr val="F5BB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a:extLst>
              <a:ext uri="{FF2B5EF4-FFF2-40B4-BE49-F238E27FC236}">
                <a16:creationId xmlns:a16="http://schemas.microsoft.com/office/drawing/2014/main" id="{AA4A389B-E2BF-F4A1-06B2-A30222E7BE45}"/>
              </a:ext>
            </a:extLst>
          </p:cNvPr>
          <p:cNvSpPr/>
          <p:nvPr/>
        </p:nvSpPr>
        <p:spPr>
          <a:xfrm>
            <a:off x="10936224" y="2022653"/>
            <a:ext cx="457200" cy="457200"/>
          </a:xfrm>
          <a:prstGeom prst="ellipse">
            <a:avLst/>
          </a:prstGeom>
          <a:solidFill>
            <a:srgbClr val="F5BB4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8</a:t>
            </a:r>
          </a:p>
        </p:txBody>
      </p:sp>
      <p:sp>
        <p:nvSpPr>
          <p:cNvPr id="61" name="TextBox 60">
            <a:extLst>
              <a:ext uri="{FF2B5EF4-FFF2-40B4-BE49-F238E27FC236}">
                <a16:creationId xmlns:a16="http://schemas.microsoft.com/office/drawing/2014/main" id="{05EEC39B-0963-2C83-3448-75FB7CC90339}"/>
              </a:ext>
            </a:extLst>
          </p:cNvPr>
          <p:cNvSpPr txBox="1"/>
          <p:nvPr/>
        </p:nvSpPr>
        <p:spPr>
          <a:xfrm>
            <a:off x="10479024" y="2388413"/>
            <a:ext cx="1371600" cy="246221"/>
          </a:xfrm>
          <a:prstGeom prst="rect">
            <a:avLst/>
          </a:prstGeom>
          <a:noFill/>
        </p:spPr>
        <p:txBody>
          <a:bodyPr wrap="square">
            <a:spAutoFit/>
          </a:bodyPr>
          <a:lstStyle/>
          <a:p>
            <a:pPr algn="ctr">
              <a:defRPr sz="1000" b="1">
                <a:solidFill>
                  <a:srgbClr val="FFFFFF"/>
                </a:solidFill>
                <a:latin typeface="Arial"/>
              </a:defRPr>
            </a:pPr>
            <a:r>
              <a:rPr lang="en-US"/>
              <a:t>Orchestrate</a:t>
            </a:r>
            <a:endParaRPr/>
          </a:p>
        </p:txBody>
      </p:sp>
      <p:sp>
        <p:nvSpPr>
          <p:cNvPr id="62" name="Rectangle 61">
            <a:extLst>
              <a:ext uri="{FF2B5EF4-FFF2-40B4-BE49-F238E27FC236}">
                <a16:creationId xmlns:a16="http://schemas.microsoft.com/office/drawing/2014/main" id="{9FE93433-37CB-7FC8-BE7D-B2DA795AA72E}"/>
              </a:ext>
            </a:extLst>
          </p:cNvPr>
          <p:cNvSpPr/>
          <p:nvPr/>
        </p:nvSpPr>
        <p:spPr>
          <a:xfrm>
            <a:off x="365760" y="5863133"/>
            <a:ext cx="2889504" cy="365760"/>
          </a:xfrm>
          <a:prstGeom prst="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Wave 1: </a:t>
            </a:r>
            <a:r>
              <a:rPr lang="en-US"/>
              <a:t>Tools</a:t>
            </a:r>
            <a:endParaRPr/>
          </a:p>
        </p:txBody>
      </p:sp>
      <p:sp>
        <p:nvSpPr>
          <p:cNvPr id="63" name="Rectangle 62">
            <a:extLst>
              <a:ext uri="{FF2B5EF4-FFF2-40B4-BE49-F238E27FC236}">
                <a16:creationId xmlns:a16="http://schemas.microsoft.com/office/drawing/2014/main" id="{93D4A93E-1FB6-6F3B-759B-0ADB7D40AD02}"/>
              </a:ext>
            </a:extLst>
          </p:cNvPr>
          <p:cNvSpPr/>
          <p:nvPr/>
        </p:nvSpPr>
        <p:spPr>
          <a:xfrm>
            <a:off x="3255264" y="5863133"/>
            <a:ext cx="2889504" cy="365760"/>
          </a:xfrm>
          <a:prstGeom prst="rect">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Wave 2: </a:t>
            </a:r>
            <a:r>
              <a:rPr lang="en-US"/>
              <a:t>Process</a:t>
            </a:r>
            <a:endParaRPr/>
          </a:p>
        </p:txBody>
      </p:sp>
      <p:sp>
        <p:nvSpPr>
          <p:cNvPr id="64" name="Rectangle 63">
            <a:extLst>
              <a:ext uri="{FF2B5EF4-FFF2-40B4-BE49-F238E27FC236}">
                <a16:creationId xmlns:a16="http://schemas.microsoft.com/office/drawing/2014/main" id="{634A00F8-105B-F4E5-CBA3-DF3E13A03E20}"/>
              </a:ext>
            </a:extLst>
          </p:cNvPr>
          <p:cNvSpPr/>
          <p:nvPr/>
        </p:nvSpPr>
        <p:spPr>
          <a:xfrm>
            <a:off x="6144768" y="5863133"/>
            <a:ext cx="5669280" cy="365760"/>
          </a:xfrm>
          <a:prstGeom prst="rect">
            <a:avLst/>
          </a:prstGeom>
          <a:gradFill flip="none" rotWithShape="1">
            <a:gsLst>
              <a:gs pos="0">
                <a:srgbClr val="5BC2A7"/>
              </a:gs>
              <a:gs pos="50000">
                <a:srgbClr val="5BC2A7">
                  <a:tint val="44500"/>
                  <a:satMod val="160000"/>
                </a:srgbClr>
              </a:gs>
              <a:gs pos="100000">
                <a:srgbClr val="F6BB40"/>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Wave 3: Agentic Operations</a:t>
            </a:r>
          </a:p>
        </p:txBody>
      </p:sp>
    </p:spTree>
    <p:extLst>
      <p:ext uri="{BB962C8B-B14F-4D97-AF65-F5344CB8AC3E}">
        <p14:creationId xmlns:p14="http://schemas.microsoft.com/office/powerpoint/2010/main" val="16153363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F4942-27E9-C3E8-CF75-7A93B3E79A08}"/>
              </a:ext>
            </a:extLst>
          </p:cNvPr>
          <p:cNvSpPr>
            <a:spLocks noGrp="1"/>
          </p:cNvSpPr>
          <p:nvPr>
            <p:ph type="title"/>
          </p:nvPr>
        </p:nvSpPr>
        <p:spPr>
          <a:xfrm>
            <a:off x="612647" y="685800"/>
            <a:ext cx="6858000" cy="685800"/>
          </a:xfrm>
        </p:spPr>
        <p:txBody>
          <a:bodyPr anchor="b">
            <a:normAutofit/>
          </a:bodyPr>
          <a:lstStyle/>
          <a:p>
            <a:r>
              <a:rPr lang="en-US" dirty="0"/>
              <a:t>Class Agenda</a:t>
            </a:r>
          </a:p>
        </p:txBody>
      </p:sp>
      <p:graphicFrame>
        <p:nvGraphicFramePr>
          <p:cNvPr id="3" name="Content Placeholder 2">
            <a:extLst>
              <a:ext uri="{FF2B5EF4-FFF2-40B4-BE49-F238E27FC236}">
                <a16:creationId xmlns:a16="http://schemas.microsoft.com/office/drawing/2014/main" id="{3DDD4857-5F0C-9B48-74B7-1E4B4554CDAE}"/>
              </a:ext>
            </a:extLst>
          </p:cNvPr>
          <p:cNvGraphicFramePr>
            <a:graphicFrameLocks noGrp="1"/>
          </p:cNvGraphicFramePr>
          <p:nvPr>
            <p:ph sz="quarter" idx="14"/>
            <p:extLst>
              <p:ext uri="{D42A27DB-BD31-4B8C-83A1-F6EECF244321}">
                <p14:modId xmlns:p14="http://schemas.microsoft.com/office/powerpoint/2010/main" val="281531124"/>
              </p:ext>
            </p:extLst>
          </p:nvPr>
        </p:nvGraphicFramePr>
        <p:xfrm>
          <a:off x="612647" y="1447800"/>
          <a:ext cx="6858000" cy="471835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Content Placeholder 4" descr="People at the meeting desk">
            <a:extLst>
              <a:ext uri="{FF2B5EF4-FFF2-40B4-BE49-F238E27FC236}">
                <a16:creationId xmlns:a16="http://schemas.microsoft.com/office/drawing/2014/main" id="{4D0AFA8F-62A5-4FE3-B3FF-CA3DC8C4BE03}"/>
              </a:ext>
            </a:extLst>
          </p:cNvPr>
          <p:cNvPicPr>
            <a:picLocks noGrp="1" noChangeAspect="1"/>
          </p:cNvPicPr>
          <p:nvPr>
            <p:ph type="pic" sz="quarter" idx="13"/>
          </p:nvPr>
        </p:nvPicPr>
        <p:blipFill>
          <a:blip r:embed="rId8"/>
          <a:srcRect l="28957" r="37412"/>
          <a:stretch>
            <a:fillRect/>
          </a:stretch>
        </p:blipFill>
        <p:spPr>
          <a:xfrm>
            <a:off x="8091732" y="10"/>
            <a:ext cx="4100267" cy="6857990"/>
          </a:xfrm>
          <a:noFill/>
        </p:spPr>
      </p:pic>
    </p:spTree>
    <p:extLst>
      <p:ext uri="{BB962C8B-B14F-4D97-AF65-F5344CB8AC3E}">
        <p14:creationId xmlns:p14="http://schemas.microsoft.com/office/powerpoint/2010/main" val="3075573861"/>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C86BA-B0FF-7D87-0CD4-CCCE1B80D422}"/>
              </a:ext>
            </a:extLst>
          </p:cNvPr>
          <p:cNvSpPr>
            <a:spLocks noGrp="1"/>
          </p:cNvSpPr>
          <p:nvPr>
            <p:ph type="title"/>
          </p:nvPr>
        </p:nvSpPr>
        <p:spPr>
          <a:xfrm>
            <a:off x="468489" y="434446"/>
            <a:ext cx="11255022" cy="667808"/>
          </a:xfrm>
        </p:spPr>
        <p:txBody>
          <a:bodyPr anchor="b">
            <a:normAutofit/>
          </a:bodyPr>
          <a:lstStyle/>
          <a:p>
            <a:r>
              <a:rPr lang="en-US"/>
              <a:t>What Is Vibe Coding?</a:t>
            </a:r>
          </a:p>
        </p:txBody>
      </p:sp>
      <p:sp>
        <p:nvSpPr>
          <p:cNvPr id="4" name="Content Placeholder 3">
            <a:extLst>
              <a:ext uri="{FF2B5EF4-FFF2-40B4-BE49-F238E27FC236}">
                <a16:creationId xmlns:a16="http://schemas.microsoft.com/office/drawing/2014/main" id="{41F282BA-9D25-E9AB-4B73-0D3E1E12C3C8}"/>
              </a:ext>
            </a:extLst>
          </p:cNvPr>
          <p:cNvSpPr>
            <a:spLocks noGrp="1"/>
          </p:cNvSpPr>
          <p:nvPr>
            <p:ph sz="quarter" idx="1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279197" y="1743240"/>
            <a:ext cx="5394960" cy="4428960"/>
          </a:xfrm>
        </p:spPr>
        <p:txBody>
          <a:bodyPr>
            <a:normAutofit lnSpcReduction="10000"/>
          </a:bodyPr>
          <a:lstStyle/>
          <a:p>
            <a:pPr marL="0" indent="0">
              <a:spcBef>
                <a:spcPts val="2500"/>
              </a:spcBef>
              <a:buFont typeface="Arial" panose="020B0604020202020204" pitchFamily="34" charset="0"/>
              <a:buNone/>
            </a:pPr>
            <a:r>
              <a:rPr lang="en-US" b="1" dirty="0"/>
              <a:t>Definition of Vibe Coding</a:t>
            </a:r>
          </a:p>
          <a:p>
            <a:pPr marL="0" lvl="1" indent="0">
              <a:buFont typeface="Arial" panose="020B0604020202020204" pitchFamily="34" charset="0"/>
              <a:buNone/>
            </a:pPr>
            <a:r>
              <a:rPr dirty="0"/>
              <a:t>Vibe coding is an informal AI-assisted coding method using iterative prompts and feedback loops.</a:t>
            </a:r>
            <a:endParaRPr lang="en-US" dirty="0"/>
          </a:p>
          <a:p>
            <a:pPr marL="0" indent="0">
              <a:spcBef>
                <a:spcPts val="2500"/>
              </a:spcBef>
              <a:buFont typeface="Arial" panose="020B0604020202020204" pitchFamily="34" charset="0"/>
              <a:buNone/>
            </a:pPr>
            <a:r>
              <a:rPr lang="en-US" b="1" dirty="0"/>
              <a:t>Benefits of Vibe Coding</a:t>
            </a:r>
          </a:p>
          <a:p>
            <a:pPr marL="0" lvl="1" indent="0">
              <a:buFont typeface="Arial" panose="020B0604020202020204" pitchFamily="34" charset="0"/>
              <a:buNone/>
            </a:pPr>
            <a:r>
              <a:rPr dirty="0"/>
              <a:t>This approach enables fast prototyping and encourages creative momentum for quick results.</a:t>
            </a:r>
            <a:endParaRPr lang="en-US" dirty="0"/>
          </a:p>
          <a:p>
            <a:pPr marL="0" indent="0">
              <a:spcBef>
                <a:spcPts val="2500"/>
              </a:spcBef>
              <a:buFont typeface="Arial" panose="020B0604020202020204" pitchFamily="34" charset="0"/>
              <a:buNone/>
            </a:pPr>
            <a:r>
              <a:rPr lang="en-US" b="1" dirty="0"/>
              <a:t>Best Use</a:t>
            </a:r>
          </a:p>
          <a:p>
            <a:pPr marL="0" lvl="1" indent="0">
              <a:buFont typeface="Arial" panose="020B0604020202020204" pitchFamily="34" charset="0"/>
              <a:buNone/>
            </a:pPr>
            <a:r>
              <a:rPr dirty="0"/>
              <a:t>Ideal for personal experiments and hackathons but less suited for shared or production codebases.</a:t>
            </a:r>
            <a:endParaRPr lang="en-US" dirty="0"/>
          </a:p>
          <a:p>
            <a:pPr>
              <a:spcBef>
                <a:spcPts val="2500"/>
              </a:spcBef>
            </a:pPr>
            <a:r>
              <a:rPr lang="en-US" b="1" dirty="0"/>
              <a:t>Limitations and Risks</a:t>
            </a:r>
          </a:p>
          <a:p>
            <a:pPr marL="0" lvl="1"/>
            <a:r>
              <a:rPr lang="en-US" dirty="0"/>
              <a:t>Vibe coding relies on transient conversations, risking lost context and assumptions in long-term projects.</a:t>
            </a:r>
          </a:p>
          <a:p>
            <a:pPr marL="0" lvl="1" indent="0">
              <a:buFont typeface="Arial" panose="020B0604020202020204" pitchFamily="34" charset="0"/>
              <a:buNone/>
            </a:pPr>
            <a:endParaRPr lang="en-US" dirty="0"/>
          </a:p>
          <a:p>
            <a:pPr marL="0" lvl="1"/>
            <a:r>
              <a:rPr lang="en-US" i="1" dirty="0"/>
              <a:t>“There's a new kind of coding I call ‘vibe coding’, where you fully give in to the vibes, embrace exponentials, and forget that the code even exists.” (Andrej </a:t>
            </a:r>
            <a:r>
              <a:rPr lang="en-US" i="1" dirty="0" err="1"/>
              <a:t>Karpathy</a:t>
            </a:r>
            <a:r>
              <a:rPr lang="en-US" i="1" dirty="0"/>
              <a:t> – </a:t>
            </a:r>
            <a:r>
              <a:rPr lang="en-US" i="1"/>
              <a:t>Tweet from February </a:t>
            </a:r>
            <a:r>
              <a:rPr lang="en-US" i="1" dirty="0"/>
              <a:t>2025)</a:t>
            </a:r>
          </a:p>
        </p:txBody>
      </p:sp>
      <p:sp>
        <p:nvSpPr>
          <p:cNvPr id="10" name="Text Placeholder 4">
            <a:extLst>
              <a:ext uri="{FF2B5EF4-FFF2-40B4-BE49-F238E27FC236}">
                <a16:creationId xmlns:a16="http://schemas.microsoft.com/office/drawing/2014/main" id="{D95BC2AE-3CA8-FE52-0BF3-2031F5A1CD74}"/>
              </a:ext>
            </a:extLst>
          </p:cNvPr>
          <p:cNvSpPr>
            <a:spLocks noGrp="1"/>
          </p:cNvSpPr>
          <p:nvPr>
            <p:ph type="body" sz="quarter" idx="13"/>
          </p:nvPr>
        </p:nvSpPr>
        <p:spPr>
          <a:xfrm>
            <a:off x="468313" y="1211263"/>
            <a:ext cx="11206162" cy="423862"/>
          </a:xfrm>
        </p:spPr>
        <p:txBody>
          <a:bodyPr/>
          <a:lstStyle/>
          <a:p>
            <a:endParaRPr lang="en-US"/>
          </a:p>
        </p:txBody>
      </p:sp>
      <p:graphicFrame>
        <p:nvGraphicFramePr>
          <p:cNvPr id="15" name="Content Placeholder 14">
            <a:extLst>
              <a:ext uri="{FF2B5EF4-FFF2-40B4-BE49-F238E27FC236}">
                <a16:creationId xmlns:a16="http://schemas.microsoft.com/office/drawing/2014/main" id="{0C81BF7B-FFE0-58BB-8117-9EB71FC2F221}"/>
              </a:ext>
            </a:extLst>
          </p:cNvPr>
          <p:cNvGraphicFramePr>
            <a:graphicFrameLocks/>
          </p:cNvGraphicFramePr>
          <p:nvPr>
            <p:extLst>
              <p:ext uri="{D42A27DB-BD31-4B8C-83A1-F6EECF244321}">
                <p14:modId xmlns:p14="http://schemas.microsoft.com/office/powerpoint/2010/main" val="511493609"/>
              </p:ext>
            </p:extLst>
          </p:nvPr>
        </p:nvGraphicFramePr>
        <p:xfrm>
          <a:off x="468313" y="1744663"/>
          <a:ext cx="5395912" cy="41941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660843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676FB-FB51-ECDC-4941-E4E774657D55}"/>
              </a:ext>
            </a:extLst>
          </p:cNvPr>
          <p:cNvSpPr>
            <a:spLocks noGrp="1"/>
          </p:cNvSpPr>
          <p:nvPr>
            <p:ph type="title"/>
          </p:nvPr>
        </p:nvSpPr>
        <p:spPr>
          <a:xfrm>
            <a:off x="468489" y="434446"/>
            <a:ext cx="11255022" cy="667808"/>
          </a:xfrm>
        </p:spPr>
        <p:txBody>
          <a:bodyPr anchor="b">
            <a:normAutofit/>
          </a:bodyPr>
          <a:lstStyle/>
          <a:p>
            <a:r>
              <a:rPr lang="en-US" dirty="0"/>
              <a:t>Where Vibe Coding Breaks Down</a:t>
            </a:r>
          </a:p>
        </p:txBody>
      </p:sp>
      <p:sp>
        <p:nvSpPr>
          <p:cNvPr id="4" name="Content Placeholder 3">
            <a:extLst>
              <a:ext uri="{FF2B5EF4-FFF2-40B4-BE49-F238E27FC236}">
                <a16:creationId xmlns:a16="http://schemas.microsoft.com/office/drawing/2014/main" id="{143149F5-7D78-50B6-2764-E4C7C09F2665}"/>
              </a:ext>
            </a:extLst>
          </p:cNvPr>
          <p:cNvSpPr>
            <a:spLocks noGrp="1"/>
          </p:cNvSpPr>
          <p:nvPr>
            <p:ph sz="quarter" idx="1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279197" y="1743240"/>
            <a:ext cx="5394960" cy="4194467"/>
          </a:xfrm>
        </p:spPr>
        <p:txBody>
          <a:bodyPr>
            <a:normAutofit/>
          </a:bodyPr>
          <a:lstStyle/>
          <a:p>
            <a:pPr marL="0" indent="0" algn="l" rtl="0" eaLnBrk="1" latinLnBrk="0" hangingPunct="1">
              <a:lnSpc>
                <a:spcPct val="90000"/>
              </a:lnSpc>
              <a:spcBef>
                <a:spcPts val="500"/>
              </a:spcBef>
              <a:buNone/>
            </a:pPr>
            <a:r>
              <a:rPr lang="en-US" sz="1400" b="1" u="sng" dirty="0">
                <a:solidFill>
                  <a:srgbClr val="0D0D0D"/>
                </a:solidFill>
                <a:effectLst/>
                <a:latin typeface="Khula Regular" panose="02000000000000000000"/>
              </a:rPr>
              <a:t>Intent Drift</a:t>
            </a:r>
            <a:endParaRPr lang="en-US" sz="1400" u="sng" dirty="0">
              <a:solidFill>
                <a:srgbClr val="0D0D0D"/>
              </a:solidFill>
              <a:effectLst/>
              <a:latin typeface="Khula Regular" panose="02000000000000000000"/>
            </a:endParaRPr>
          </a:p>
          <a:p>
            <a:pPr marL="0" indent="0" algn="l" rtl="0" eaLnBrk="1" latinLnBrk="0" hangingPunct="1">
              <a:lnSpc>
                <a:spcPct val="90000"/>
              </a:lnSpc>
              <a:spcBef>
                <a:spcPts val="500"/>
              </a:spcBef>
              <a:buNone/>
            </a:pPr>
            <a:r>
              <a:rPr lang="en-US" sz="1400" dirty="0">
                <a:solidFill>
                  <a:srgbClr val="0D0D0D"/>
                </a:solidFill>
                <a:effectLst/>
                <a:latin typeface="Khula Regular" panose="02000000000000000000"/>
              </a:rPr>
              <a:t>Over time, AI systems may gradually diverge from the original project objectives, even when changes seem reasonable, leading to unintended outcomes.</a:t>
            </a:r>
          </a:p>
          <a:p>
            <a:pPr marL="0" indent="0" algn="l" rtl="0" eaLnBrk="1" latinLnBrk="0" hangingPunct="1">
              <a:lnSpc>
                <a:spcPct val="90000"/>
              </a:lnSpc>
              <a:spcBef>
                <a:spcPts val="500"/>
              </a:spcBef>
              <a:buNone/>
            </a:pPr>
            <a:endParaRPr lang="en-US" sz="1400" dirty="0">
              <a:solidFill>
                <a:srgbClr val="0D0D0D"/>
              </a:solidFill>
              <a:effectLst/>
              <a:latin typeface="Khula Regular" panose="02000000000000000000"/>
            </a:endParaRPr>
          </a:p>
          <a:p>
            <a:pPr marL="0" indent="0" algn="l" rtl="0" eaLnBrk="1" latinLnBrk="0" hangingPunct="1">
              <a:lnSpc>
                <a:spcPct val="90000"/>
              </a:lnSpc>
              <a:spcBef>
                <a:spcPts val="500"/>
              </a:spcBef>
              <a:buNone/>
            </a:pPr>
            <a:r>
              <a:rPr lang="en-US" sz="1400" b="1" dirty="0">
                <a:solidFill>
                  <a:srgbClr val="0D0D0D"/>
                </a:solidFill>
                <a:effectLst/>
                <a:latin typeface="Khula Regular" panose="02000000000000000000"/>
              </a:rPr>
              <a:t>Hidden Assumptions</a:t>
            </a:r>
            <a:endParaRPr lang="en-US" sz="1400" dirty="0">
              <a:solidFill>
                <a:srgbClr val="0D0D0D"/>
              </a:solidFill>
              <a:effectLst/>
              <a:latin typeface="Khula Regular" panose="02000000000000000000"/>
            </a:endParaRPr>
          </a:p>
          <a:p>
            <a:pPr marL="0" indent="0" algn="l" rtl="0" eaLnBrk="1" latinLnBrk="0" hangingPunct="1">
              <a:lnSpc>
                <a:spcPct val="90000"/>
              </a:lnSpc>
              <a:spcBef>
                <a:spcPts val="500"/>
              </a:spcBef>
              <a:buNone/>
            </a:pPr>
            <a:r>
              <a:rPr lang="en-US" sz="1400" dirty="0">
                <a:solidFill>
                  <a:srgbClr val="0D0D0D"/>
                </a:solidFill>
                <a:effectLst/>
                <a:latin typeface="Khula Regular" panose="02000000000000000000"/>
              </a:rPr>
              <a:t>Unstated requirements result in implicit decisions that are difficult to detect, making code reviews and future maintenance more challenging.</a:t>
            </a:r>
          </a:p>
          <a:p>
            <a:pPr marL="0" indent="0" algn="l" rtl="0" eaLnBrk="1" latinLnBrk="0" hangingPunct="1">
              <a:lnSpc>
                <a:spcPct val="90000"/>
              </a:lnSpc>
              <a:spcBef>
                <a:spcPts val="500"/>
              </a:spcBef>
              <a:buNone/>
            </a:pPr>
            <a:endParaRPr lang="en-US" sz="1400" b="1" dirty="0">
              <a:solidFill>
                <a:srgbClr val="0D0D0D"/>
              </a:solidFill>
              <a:effectLst/>
              <a:latin typeface="Khula Regular" panose="02000000000000000000"/>
            </a:endParaRPr>
          </a:p>
          <a:p>
            <a:pPr marL="0" indent="0" algn="l" rtl="0" eaLnBrk="1" latinLnBrk="0" hangingPunct="1">
              <a:lnSpc>
                <a:spcPct val="90000"/>
              </a:lnSpc>
              <a:spcBef>
                <a:spcPts val="500"/>
              </a:spcBef>
              <a:buNone/>
            </a:pPr>
            <a:r>
              <a:rPr lang="en-US" sz="1400" b="1" u="sng" dirty="0">
                <a:solidFill>
                  <a:srgbClr val="0D0D0D"/>
                </a:solidFill>
                <a:effectLst/>
                <a:latin typeface="Khula Regular" panose="02000000000000000000"/>
              </a:rPr>
              <a:t>Fragile Context</a:t>
            </a:r>
            <a:endParaRPr lang="en-US" sz="1400" u="sng" dirty="0">
              <a:solidFill>
                <a:srgbClr val="0D0D0D"/>
              </a:solidFill>
              <a:effectLst/>
              <a:latin typeface="Khula Regular" panose="02000000000000000000"/>
            </a:endParaRPr>
          </a:p>
          <a:p>
            <a:pPr marL="0" indent="0" algn="l" rtl="0" eaLnBrk="1" latinLnBrk="0" hangingPunct="1">
              <a:lnSpc>
                <a:spcPct val="90000"/>
              </a:lnSpc>
              <a:spcBef>
                <a:spcPts val="500"/>
              </a:spcBef>
              <a:buNone/>
            </a:pPr>
            <a:r>
              <a:rPr lang="en-US" sz="1400" dirty="0">
                <a:solidFill>
                  <a:srgbClr val="0D0D0D"/>
                </a:solidFill>
                <a:effectLst/>
                <a:latin typeface="Khula Regular" panose="02000000000000000000"/>
              </a:rPr>
              <a:t>Relying on chat history for context is fragile and prone to loss, often requiring repeated explanations and causing extra work.</a:t>
            </a:r>
          </a:p>
          <a:p>
            <a:pPr marL="0" indent="0" algn="l" rtl="0" eaLnBrk="1" latinLnBrk="0" hangingPunct="1">
              <a:lnSpc>
                <a:spcPct val="90000"/>
              </a:lnSpc>
              <a:spcBef>
                <a:spcPts val="500"/>
              </a:spcBef>
              <a:buNone/>
            </a:pPr>
            <a:endParaRPr lang="en-US" sz="1400" b="1" dirty="0">
              <a:solidFill>
                <a:srgbClr val="0D0D0D"/>
              </a:solidFill>
              <a:effectLst/>
              <a:latin typeface="Khula Regular" panose="02000000000000000000"/>
            </a:endParaRPr>
          </a:p>
          <a:p>
            <a:pPr marL="0" indent="0" algn="l" rtl="0" eaLnBrk="1" latinLnBrk="0" hangingPunct="1">
              <a:lnSpc>
                <a:spcPct val="90000"/>
              </a:lnSpc>
              <a:spcBef>
                <a:spcPts val="500"/>
              </a:spcBef>
              <a:buNone/>
            </a:pPr>
            <a:r>
              <a:rPr lang="en-US" sz="1400" b="1" dirty="0">
                <a:solidFill>
                  <a:srgbClr val="0D0D0D"/>
                </a:solidFill>
                <a:effectLst/>
                <a:latin typeface="Khula Regular" panose="02000000000000000000"/>
              </a:rPr>
              <a:t>Increased Debugging Efforts</a:t>
            </a:r>
            <a:endParaRPr lang="en-US" sz="1400" dirty="0">
              <a:solidFill>
                <a:srgbClr val="0D0D0D"/>
              </a:solidFill>
              <a:effectLst/>
              <a:latin typeface="Khula Regular" panose="02000000000000000000"/>
            </a:endParaRPr>
          </a:p>
          <a:p>
            <a:pPr marL="0" indent="0" algn="l" rtl="0" eaLnBrk="1" latinLnBrk="0" hangingPunct="1">
              <a:lnSpc>
                <a:spcPct val="90000"/>
              </a:lnSpc>
              <a:spcBef>
                <a:spcPts val="500"/>
              </a:spcBef>
              <a:buNone/>
            </a:pPr>
            <a:r>
              <a:rPr lang="en-US" sz="1400" dirty="0">
                <a:solidFill>
                  <a:srgbClr val="0D0D0D"/>
                </a:solidFill>
                <a:effectLst/>
                <a:latin typeface="Khula Regular" panose="02000000000000000000"/>
              </a:rPr>
              <a:t>Teams end up spending more time resolving issues and clarifying requirements than the time initially saved.</a:t>
            </a:r>
            <a:endParaRPr lang="en-US" dirty="0"/>
          </a:p>
        </p:txBody>
      </p:sp>
      <p:sp>
        <p:nvSpPr>
          <p:cNvPr id="10" name="Text Placeholder 4">
            <a:extLst>
              <a:ext uri="{FF2B5EF4-FFF2-40B4-BE49-F238E27FC236}">
                <a16:creationId xmlns:a16="http://schemas.microsoft.com/office/drawing/2014/main" id="{0755B5A6-D114-178A-8B5F-089C00074EA1}"/>
              </a:ext>
            </a:extLst>
          </p:cNvPr>
          <p:cNvSpPr>
            <a:spLocks noGrp="1"/>
          </p:cNvSpPr>
          <p:nvPr>
            <p:ph type="body" sz="quarter" idx="13"/>
          </p:nvPr>
        </p:nvSpPr>
        <p:spPr>
          <a:xfrm>
            <a:off x="468313" y="1211263"/>
            <a:ext cx="11206162" cy="423862"/>
          </a:xfrm>
        </p:spPr>
        <p:txBody>
          <a:bodyPr/>
          <a:lstStyle/>
          <a:p>
            <a:r>
              <a:rPr lang="en-US" dirty="0"/>
              <a:t>Ideas get lost in iterative conversation (aka. context)</a:t>
            </a:r>
          </a:p>
        </p:txBody>
      </p:sp>
      <p:graphicFrame>
        <p:nvGraphicFramePr>
          <p:cNvPr id="7" name="Content Placeholder 14">
            <a:extLst>
              <a:ext uri="{FF2B5EF4-FFF2-40B4-BE49-F238E27FC236}">
                <a16:creationId xmlns:a16="http://schemas.microsoft.com/office/drawing/2014/main" id="{39F39EBC-36F1-7AF6-A111-15BBFD54276B}"/>
              </a:ext>
            </a:extLst>
          </p:cNvPr>
          <p:cNvGraphicFramePr>
            <a:graphicFrameLocks/>
          </p:cNvGraphicFramePr>
          <p:nvPr>
            <p:extLst>
              <p:ext uri="{D42A27DB-BD31-4B8C-83A1-F6EECF244321}">
                <p14:modId xmlns:p14="http://schemas.microsoft.com/office/powerpoint/2010/main" val="2776203220"/>
              </p:ext>
            </p:extLst>
          </p:nvPr>
        </p:nvGraphicFramePr>
        <p:xfrm>
          <a:off x="468313" y="1744663"/>
          <a:ext cx="5395912" cy="41941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646610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C5DD4-95D1-5812-7447-440A43AE6D0E}"/>
              </a:ext>
            </a:extLst>
          </p:cNvPr>
          <p:cNvSpPr>
            <a:spLocks noGrp="1"/>
          </p:cNvSpPr>
          <p:nvPr>
            <p:ph type="title"/>
          </p:nvPr>
        </p:nvSpPr>
        <p:spPr>
          <a:xfrm>
            <a:off x="468489" y="434446"/>
            <a:ext cx="11255022" cy="667808"/>
          </a:xfrm>
        </p:spPr>
        <p:txBody>
          <a:bodyPr anchor="b">
            <a:normAutofit/>
          </a:bodyPr>
          <a:lstStyle/>
          <a:p>
            <a:r>
              <a:rPr lang="en-US"/>
              <a:t>What Is Spec-Driven Development (SDD)?</a:t>
            </a:r>
          </a:p>
        </p:txBody>
      </p:sp>
      <p:sp>
        <p:nvSpPr>
          <p:cNvPr id="4" name="Content Placeholder 3">
            <a:extLst>
              <a:ext uri="{FF2B5EF4-FFF2-40B4-BE49-F238E27FC236}">
                <a16:creationId xmlns:a16="http://schemas.microsoft.com/office/drawing/2014/main" id="{DAB14C21-2EE6-5AC6-5A6A-F7E1A8D8F9D0}"/>
              </a:ext>
            </a:extLst>
          </p:cNvPr>
          <p:cNvSpPr>
            <a:spLocks noGrp="1"/>
          </p:cNvSpPr>
          <p:nvPr>
            <p:ph sz="quarter" idx="1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279197" y="1743240"/>
            <a:ext cx="5394960" cy="4194467"/>
          </a:xfrm>
        </p:spPr>
        <p:txBody>
          <a:bodyPr>
            <a:normAutofit/>
          </a:bodyPr>
          <a:lstStyle/>
          <a:p>
            <a:pPr marL="0" indent="0">
              <a:spcBef>
                <a:spcPts val="2500"/>
              </a:spcBef>
              <a:buFont typeface="Arial" panose="020B0604020202020204" pitchFamily="34" charset="0"/>
              <a:buNone/>
            </a:pPr>
            <a:r>
              <a:rPr lang="en-US" b="1" dirty="0"/>
              <a:t>Primary Source of Truth</a:t>
            </a:r>
          </a:p>
          <a:p>
            <a:pPr marL="0" lvl="1" indent="0">
              <a:buFont typeface="Arial" panose="020B0604020202020204" pitchFamily="34" charset="0"/>
              <a:buNone/>
            </a:pPr>
            <a:r>
              <a:rPr lang="en-US" dirty="0"/>
              <a:t>SDD treats specifications as the main reference, guiding development before coding begins.</a:t>
            </a:r>
          </a:p>
          <a:p>
            <a:pPr marL="0" indent="0">
              <a:spcBef>
                <a:spcPts val="2500"/>
              </a:spcBef>
              <a:buFont typeface="Arial" panose="020B0604020202020204" pitchFamily="34" charset="0"/>
              <a:buNone/>
            </a:pPr>
            <a:r>
              <a:rPr lang="en-US" b="1" dirty="0"/>
              <a:t>Lightweight and Iterative</a:t>
            </a:r>
          </a:p>
          <a:p>
            <a:pPr marL="0" lvl="1" indent="0">
              <a:buFont typeface="Arial" panose="020B0604020202020204" pitchFamily="34" charset="0"/>
              <a:buNone/>
            </a:pPr>
            <a:r>
              <a:rPr lang="en-US" dirty="0"/>
              <a:t>Specs in SDD are lightweight, evolve iteratively, and closely align with ongoing development work.</a:t>
            </a:r>
          </a:p>
          <a:p>
            <a:pPr marL="0" indent="0">
              <a:spcBef>
                <a:spcPts val="2500"/>
              </a:spcBef>
              <a:buFont typeface="Arial" panose="020B0604020202020204" pitchFamily="34" charset="0"/>
              <a:buNone/>
            </a:pPr>
            <a:r>
              <a:rPr lang="en-US" b="1" dirty="0"/>
              <a:t>Version Control for Intent</a:t>
            </a:r>
          </a:p>
          <a:p>
            <a:pPr marL="0" lvl="1" indent="0">
              <a:buFont typeface="Arial" panose="020B0604020202020204" pitchFamily="34" charset="0"/>
              <a:buNone/>
            </a:pPr>
            <a:r>
              <a:rPr lang="en-US" dirty="0"/>
              <a:t>Specifications record evolving understanding like version control systems track code changes over time.</a:t>
            </a:r>
          </a:p>
          <a:p>
            <a:pPr marL="0" indent="0">
              <a:spcBef>
                <a:spcPts val="2500"/>
              </a:spcBef>
              <a:buFont typeface="Arial" panose="020B0604020202020204" pitchFamily="34" charset="0"/>
              <a:buNone/>
            </a:pPr>
            <a:r>
              <a:rPr lang="en-US" b="1" dirty="0"/>
              <a:t>Alignment with AI Agents</a:t>
            </a:r>
          </a:p>
          <a:p>
            <a:pPr marL="0" lvl="1" indent="0">
              <a:buFont typeface="Arial" panose="020B0604020202020204" pitchFamily="34" charset="0"/>
              <a:buNone/>
            </a:pPr>
            <a:r>
              <a:rPr lang="en-US" dirty="0"/>
              <a:t>Specs provide stable context that keeps humans and AI agents aligned beyond individual chat sessions.</a:t>
            </a:r>
          </a:p>
          <a:p>
            <a:pPr marL="0" lvl="1" indent="0">
              <a:buFont typeface="Arial" panose="020B0604020202020204" pitchFamily="34" charset="0"/>
              <a:buNone/>
            </a:pPr>
            <a:endParaRPr lang="en-US" dirty="0"/>
          </a:p>
          <a:p>
            <a:pPr marL="0" lvl="1"/>
            <a:r>
              <a:rPr lang="en-US" b="1" dirty="0"/>
              <a:t>If you don’t specify it, AI will invent it!</a:t>
            </a:r>
          </a:p>
        </p:txBody>
      </p:sp>
      <p:sp>
        <p:nvSpPr>
          <p:cNvPr id="7" name="Text Placeholder 4">
            <a:extLst>
              <a:ext uri="{FF2B5EF4-FFF2-40B4-BE49-F238E27FC236}">
                <a16:creationId xmlns:a16="http://schemas.microsoft.com/office/drawing/2014/main" id="{A0ACB1A8-D71C-BC46-1AEC-B86544EB6117}"/>
              </a:ext>
            </a:extLst>
          </p:cNvPr>
          <p:cNvSpPr>
            <a:spLocks noGrp="1"/>
          </p:cNvSpPr>
          <p:nvPr>
            <p:ph type="body" sz="quarter" idx="13"/>
          </p:nvPr>
        </p:nvSpPr>
        <p:spPr>
          <a:xfrm>
            <a:off x="468313" y="1211263"/>
            <a:ext cx="11206162" cy="423862"/>
          </a:xfrm>
        </p:spPr>
        <p:txBody>
          <a:bodyPr/>
          <a:lstStyle/>
          <a:p>
            <a:endParaRPr lang="en-US" dirty="0"/>
          </a:p>
        </p:txBody>
      </p:sp>
      <p:graphicFrame>
        <p:nvGraphicFramePr>
          <p:cNvPr id="19" name="Content Placeholder 18">
            <a:extLst>
              <a:ext uri="{FF2B5EF4-FFF2-40B4-BE49-F238E27FC236}">
                <a16:creationId xmlns:a16="http://schemas.microsoft.com/office/drawing/2014/main" id="{20A5657D-7558-CCFE-5607-B24B84C51C9D}"/>
              </a:ext>
            </a:extLst>
          </p:cNvPr>
          <p:cNvGraphicFramePr>
            <a:graphicFrameLocks noGrp="1"/>
          </p:cNvGraphicFramePr>
          <p:nvPr>
            <p:ph sz="quarter" idx="11"/>
            <p:extLst>
              <p:ext uri="{D42A27DB-BD31-4B8C-83A1-F6EECF244321}">
                <p14:modId xmlns:p14="http://schemas.microsoft.com/office/powerpoint/2010/main" val="1207841547"/>
              </p:ext>
            </p:extLst>
          </p:nvPr>
        </p:nvGraphicFramePr>
        <p:xfrm>
          <a:off x="468313" y="1744663"/>
          <a:ext cx="5395912" cy="41941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ight Brace 4">
            <a:extLst>
              <a:ext uri="{FF2B5EF4-FFF2-40B4-BE49-F238E27FC236}">
                <a16:creationId xmlns:a16="http://schemas.microsoft.com/office/drawing/2014/main" id="{624142DF-7E72-9A07-DDD3-5F86548AB57E}"/>
              </a:ext>
            </a:extLst>
          </p:cNvPr>
          <p:cNvSpPr/>
          <p:nvPr/>
        </p:nvSpPr>
        <p:spPr>
          <a:xfrm rot="18889619">
            <a:off x="3675190" y="928980"/>
            <a:ext cx="914400" cy="4111741"/>
          </a:xfrm>
          <a:prstGeom prst="rightBrace">
            <a:avLst/>
          </a:prstGeom>
        </p:spPr>
        <p:style>
          <a:lnRef idx="1">
            <a:schemeClr val="accent1"/>
          </a:lnRef>
          <a:fillRef idx="0">
            <a:schemeClr val="accent1"/>
          </a:fillRef>
          <a:effectRef idx="0">
            <a:schemeClr val="accent1"/>
          </a:effectRef>
          <a:fontRef idx="minor">
            <a:schemeClr val="tx1"/>
          </a:fontRef>
        </p:style>
        <p:txBody>
          <a:bodyPr vert="vert" rtlCol="0" anchor="ctr"/>
          <a:lstStyle/>
          <a:p>
            <a:pPr algn="ctr"/>
            <a:r>
              <a:rPr lang="en-US" dirty="0"/>
              <a:t>AI Assisted</a:t>
            </a:r>
          </a:p>
        </p:txBody>
      </p:sp>
    </p:spTree>
    <p:extLst>
      <p:ext uri="{BB962C8B-B14F-4D97-AF65-F5344CB8AC3E}">
        <p14:creationId xmlns:p14="http://schemas.microsoft.com/office/powerpoint/2010/main" val="36755086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FEE87-2E44-09BC-A1C3-C550A03C554B}"/>
              </a:ext>
            </a:extLst>
          </p:cNvPr>
          <p:cNvSpPr>
            <a:spLocks noGrp="1"/>
          </p:cNvSpPr>
          <p:nvPr>
            <p:ph type="title"/>
          </p:nvPr>
        </p:nvSpPr>
        <p:spPr>
          <a:xfrm>
            <a:off x="468489" y="434446"/>
            <a:ext cx="11255022" cy="667808"/>
          </a:xfrm>
        </p:spPr>
        <p:txBody>
          <a:bodyPr anchor="b">
            <a:normAutofit/>
          </a:bodyPr>
          <a:lstStyle/>
          <a:p>
            <a:r>
              <a:rPr lang="en-US"/>
              <a:t>What Makes a Good AI-Ready Spec</a:t>
            </a:r>
          </a:p>
        </p:txBody>
      </p:sp>
      <p:sp>
        <p:nvSpPr>
          <p:cNvPr id="4" name="Content Placeholder 3">
            <a:extLst>
              <a:ext uri="{FF2B5EF4-FFF2-40B4-BE49-F238E27FC236}">
                <a16:creationId xmlns:a16="http://schemas.microsoft.com/office/drawing/2014/main" id="{32BAE4AD-0673-4B66-0A97-D58209BC7C1C}"/>
              </a:ext>
            </a:extLst>
          </p:cNvPr>
          <p:cNvSpPr>
            <a:spLocks noGrp="1"/>
          </p:cNvSpPr>
          <p:nvPr>
            <p:ph sz="quarter" idx="1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279197" y="1743240"/>
            <a:ext cx="5394960" cy="4194467"/>
          </a:xfrm>
        </p:spPr>
        <p:txBody>
          <a:bodyPr>
            <a:normAutofit/>
          </a:bodyPr>
          <a:lstStyle/>
          <a:p>
            <a:pPr marL="0" indent="0" algn="l" rtl="0" eaLnBrk="1" latinLnBrk="0" hangingPunct="1">
              <a:lnSpc>
                <a:spcPct val="90000"/>
              </a:lnSpc>
              <a:spcBef>
                <a:spcPts val="500"/>
              </a:spcBef>
              <a:buNone/>
            </a:pPr>
            <a:r>
              <a:rPr lang="en-US" sz="1400" b="1" dirty="0">
                <a:solidFill>
                  <a:srgbClr val="0D0D0D"/>
                </a:solidFill>
                <a:effectLst/>
                <a:latin typeface="Khula Regular" panose="02000000000000000000"/>
              </a:rPr>
              <a:t>Prioritize Clarity Over Detail</a:t>
            </a:r>
            <a:endParaRPr lang="en-US" sz="1400" dirty="0">
              <a:solidFill>
                <a:srgbClr val="0D0D0D"/>
              </a:solidFill>
              <a:effectLst/>
              <a:latin typeface="Khula Regular" panose="02000000000000000000"/>
            </a:endParaRPr>
          </a:p>
          <a:p>
            <a:pPr marL="0" indent="0" algn="l" rtl="0" eaLnBrk="1" latinLnBrk="0" hangingPunct="1">
              <a:lnSpc>
                <a:spcPct val="90000"/>
              </a:lnSpc>
              <a:spcBef>
                <a:spcPts val="500"/>
              </a:spcBef>
              <a:buNone/>
            </a:pPr>
            <a:r>
              <a:rPr lang="en-US" sz="1400" dirty="0">
                <a:solidFill>
                  <a:srgbClr val="0D0D0D"/>
                </a:solidFill>
                <a:effectLst/>
                <a:latin typeface="Khula Regular" panose="02000000000000000000"/>
              </a:rPr>
              <a:t>Effective AI specifications focus on clear, concise instructions that minimize ambiguity, rather than overwhelming with exhaustive implementation details.</a:t>
            </a:r>
          </a:p>
          <a:p>
            <a:pPr marL="0" indent="0" algn="l" rtl="0" eaLnBrk="1" latinLnBrk="0" hangingPunct="1">
              <a:lnSpc>
                <a:spcPct val="90000"/>
              </a:lnSpc>
              <a:spcBef>
                <a:spcPts val="500"/>
              </a:spcBef>
              <a:buNone/>
            </a:pPr>
            <a:r>
              <a:rPr lang="en-US" sz="1400" b="1" dirty="0">
                <a:solidFill>
                  <a:srgbClr val="0D0D0D"/>
                </a:solidFill>
                <a:effectLst/>
                <a:latin typeface="Khula Regular" panose="02000000000000000000"/>
              </a:rPr>
              <a:t>Define Behavior with User Scenarios and Acceptance Criteria</a:t>
            </a:r>
            <a:endParaRPr lang="en-US" sz="1400" dirty="0">
              <a:solidFill>
                <a:srgbClr val="0D0D0D"/>
              </a:solidFill>
              <a:effectLst/>
              <a:latin typeface="Khula Regular" panose="02000000000000000000"/>
            </a:endParaRPr>
          </a:p>
          <a:p>
            <a:pPr marL="0" indent="0" algn="l" rtl="0" eaLnBrk="1" latinLnBrk="0" hangingPunct="1">
              <a:lnSpc>
                <a:spcPct val="90000"/>
              </a:lnSpc>
              <a:spcBef>
                <a:spcPts val="500"/>
              </a:spcBef>
              <a:buNone/>
            </a:pPr>
            <a:r>
              <a:rPr lang="en-US" sz="1400" dirty="0">
                <a:solidFill>
                  <a:srgbClr val="0D0D0D"/>
                </a:solidFill>
                <a:effectLst/>
                <a:latin typeface="Khula Regular" panose="02000000000000000000"/>
              </a:rPr>
              <a:t>Use concrete user scenarios paired with expected system responses and clear acceptance criteria to precisely outline what success looks like and to facilitate testing.</a:t>
            </a:r>
          </a:p>
          <a:p>
            <a:pPr marL="0" indent="0" algn="l" rtl="0" eaLnBrk="1" latinLnBrk="0" hangingPunct="1">
              <a:lnSpc>
                <a:spcPct val="90000"/>
              </a:lnSpc>
              <a:spcBef>
                <a:spcPts val="500"/>
              </a:spcBef>
              <a:buNone/>
            </a:pPr>
            <a:r>
              <a:rPr lang="en-US" sz="1400" b="1" dirty="0">
                <a:solidFill>
                  <a:srgbClr val="0D0D0D"/>
                </a:solidFill>
                <a:effectLst/>
                <a:latin typeface="Khula Regular" panose="02000000000000000000"/>
              </a:rPr>
              <a:t>Set Boundaries with Constraints and Non-Goals</a:t>
            </a:r>
            <a:endParaRPr lang="en-US" sz="1400" dirty="0">
              <a:solidFill>
                <a:srgbClr val="0D0D0D"/>
              </a:solidFill>
              <a:effectLst/>
              <a:latin typeface="Khula Regular" panose="02000000000000000000"/>
            </a:endParaRPr>
          </a:p>
          <a:p>
            <a:pPr marL="0" indent="0" algn="l" rtl="0" eaLnBrk="1" latinLnBrk="0" hangingPunct="1">
              <a:lnSpc>
                <a:spcPct val="90000"/>
              </a:lnSpc>
              <a:spcBef>
                <a:spcPts val="500"/>
              </a:spcBef>
              <a:buNone/>
            </a:pPr>
            <a:r>
              <a:rPr lang="en-US" sz="1400" dirty="0">
                <a:solidFill>
                  <a:srgbClr val="0D0D0D"/>
                </a:solidFill>
                <a:effectLst/>
                <a:latin typeface="Khula Regular" panose="02000000000000000000"/>
              </a:rPr>
              <a:t>Explicitly state constraints and non-goals to prevent unwanted behaviors and ensure the AI operates within intended limits.</a:t>
            </a:r>
          </a:p>
          <a:p>
            <a:pPr marL="0" indent="0" algn="l" rtl="0" eaLnBrk="1" latinLnBrk="0" hangingPunct="1">
              <a:lnSpc>
                <a:spcPct val="90000"/>
              </a:lnSpc>
              <a:spcBef>
                <a:spcPts val="500"/>
              </a:spcBef>
              <a:buNone/>
            </a:pPr>
            <a:r>
              <a:rPr lang="en-US" sz="1400" b="1" dirty="0">
                <a:solidFill>
                  <a:srgbClr val="0D0D0D"/>
                </a:solidFill>
                <a:effectLst/>
                <a:latin typeface="Khula Regular" panose="02000000000000000000"/>
              </a:rPr>
              <a:t>Maintain Living Documentation</a:t>
            </a:r>
            <a:endParaRPr lang="en-US" sz="1400" dirty="0">
              <a:solidFill>
                <a:srgbClr val="0D0D0D"/>
              </a:solidFill>
              <a:effectLst/>
              <a:latin typeface="Khula Regular" panose="02000000000000000000"/>
            </a:endParaRPr>
          </a:p>
          <a:p>
            <a:pPr marL="0" indent="0" algn="l" rtl="0" eaLnBrk="1" latinLnBrk="0" hangingPunct="1">
              <a:lnSpc>
                <a:spcPct val="90000"/>
              </a:lnSpc>
              <a:spcBef>
                <a:spcPts val="500"/>
              </a:spcBef>
              <a:buNone/>
            </a:pPr>
            <a:r>
              <a:rPr lang="en-US" sz="1400" dirty="0">
                <a:solidFill>
                  <a:srgbClr val="0D0D0D"/>
                </a:solidFill>
                <a:effectLst/>
                <a:latin typeface="Khula Regular" panose="02000000000000000000"/>
              </a:rPr>
              <a:t>Keep specs closely integrated with the codebase, regularly updating them in version control so they remain accurate, relevant, and reliable throughout development.</a:t>
            </a:r>
          </a:p>
          <a:p>
            <a:pPr marL="0" indent="0" algn="l" rtl="0" eaLnBrk="1" latinLnBrk="0" hangingPunct="1">
              <a:lnSpc>
                <a:spcPct val="90000"/>
              </a:lnSpc>
              <a:spcBef>
                <a:spcPts val="500"/>
              </a:spcBef>
              <a:buNone/>
            </a:pPr>
            <a:endParaRPr lang="en-US" dirty="0">
              <a:solidFill>
                <a:srgbClr val="0D0D0D"/>
              </a:solidFill>
              <a:latin typeface="Khula Regular" panose="02000000000000000000"/>
            </a:endParaRPr>
          </a:p>
          <a:p>
            <a:pPr marL="0" indent="0" algn="l" rtl="0" eaLnBrk="1" latinLnBrk="0" hangingPunct="1">
              <a:lnSpc>
                <a:spcPct val="90000"/>
              </a:lnSpc>
              <a:spcBef>
                <a:spcPts val="500"/>
              </a:spcBef>
              <a:buNone/>
            </a:pPr>
            <a:r>
              <a:rPr lang="en-US" b="1" dirty="0">
                <a:solidFill>
                  <a:srgbClr val="0D0D0D"/>
                </a:solidFill>
                <a:latin typeface="Khula Regular" panose="02000000000000000000"/>
              </a:rPr>
              <a:t>The Spec is ready when you and the model agree it’s ready!</a:t>
            </a:r>
            <a:endParaRPr lang="en-US" b="1" dirty="0"/>
          </a:p>
        </p:txBody>
      </p:sp>
      <p:sp>
        <p:nvSpPr>
          <p:cNvPr id="10" name="Text Placeholder 4">
            <a:extLst>
              <a:ext uri="{FF2B5EF4-FFF2-40B4-BE49-F238E27FC236}">
                <a16:creationId xmlns:a16="http://schemas.microsoft.com/office/drawing/2014/main" id="{0FAAC7D1-4141-D4C2-73DC-682B79E3168C}"/>
              </a:ext>
            </a:extLst>
          </p:cNvPr>
          <p:cNvSpPr>
            <a:spLocks noGrp="1"/>
          </p:cNvSpPr>
          <p:nvPr>
            <p:ph type="body" sz="quarter" idx="13"/>
          </p:nvPr>
        </p:nvSpPr>
        <p:spPr>
          <a:xfrm>
            <a:off x="468313" y="1211263"/>
            <a:ext cx="11206162" cy="423862"/>
          </a:xfrm>
        </p:spPr>
        <p:txBody>
          <a:bodyPr/>
          <a:lstStyle/>
          <a:p>
            <a:endParaRPr lang="en-US"/>
          </a:p>
        </p:txBody>
      </p:sp>
      <p:graphicFrame>
        <p:nvGraphicFramePr>
          <p:cNvPr id="7" name="Content Placeholder 18">
            <a:extLst>
              <a:ext uri="{FF2B5EF4-FFF2-40B4-BE49-F238E27FC236}">
                <a16:creationId xmlns:a16="http://schemas.microsoft.com/office/drawing/2014/main" id="{DD351C38-D1A4-C6BA-BD11-CCB3F58770B2}"/>
              </a:ext>
            </a:extLst>
          </p:cNvPr>
          <p:cNvGraphicFramePr>
            <a:graphicFrameLocks noGrp="1"/>
          </p:cNvGraphicFramePr>
          <p:nvPr>
            <p:ph sz="quarter" idx="11"/>
            <p:extLst>
              <p:ext uri="{D42A27DB-BD31-4B8C-83A1-F6EECF244321}">
                <p14:modId xmlns:p14="http://schemas.microsoft.com/office/powerpoint/2010/main" val="390168060"/>
              </p:ext>
            </p:extLst>
          </p:nvPr>
        </p:nvGraphicFramePr>
        <p:xfrm>
          <a:off x="468313" y="1744663"/>
          <a:ext cx="5395912" cy="41941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Right Brace 2">
            <a:extLst>
              <a:ext uri="{FF2B5EF4-FFF2-40B4-BE49-F238E27FC236}">
                <a16:creationId xmlns:a16="http://schemas.microsoft.com/office/drawing/2014/main" id="{9C91D062-E46F-F173-22C1-9075613DD9DE}"/>
              </a:ext>
            </a:extLst>
          </p:cNvPr>
          <p:cNvSpPr/>
          <p:nvPr/>
        </p:nvSpPr>
        <p:spPr>
          <a:xfrm rot="18889619">
            <a:off x="3675190" y="928980"/>
            <a:ext cx="914400" cy="4111741"/>
          </a:xfrm>
          <a:prstGeom prst="rightBrace">
            <a:avLst/>
          </a:prstGeom>
        </p:spPr>
        <p:style>
          <a:lnRef idx="1">
            <a:schemeClr val="accent1"/>
          </a:lnRef>
          <a:fillRef idx="0">
            <a:schemeClr val="accent1"/>
          </a:fillRef>
          <a:effectRef idx="0">
            <a:schemeClr val="accent1"/>
          </a:effectRef>
          <a:fontRef idx="minor">
            <a:schemeClr val="tx1"/>
          </a:fontRef>
        </p:style>
        <p:txBody>
          <a:bodyPr vert="vert" rtlCol="0" anchor="ctr"/>
          <a:lstStyle/>
          <a:p>
            <a:pPr algn="ctr"/>
            <a:r>
              <a:rPr lang="en-US" dirty="0"/>
              <a:t>AI Assisted</a:t>
            </a:r>
          </a:p>
        </p:txBody>
      </p:sp>
    </p:spTree>
    <p:extLst>
      <p:ext uri="{BB962C8B-B14F-4D97-AF65-F5344CB8AC3E}">
        <p14:creationId xmlns:p14="http://schemas.microsoft.com/office/powerpoint/2010/main" val="203641818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6D292-C51F-40AA-7A3E-B24C03C8E286}"/>
              </a:ext>
            </a:extLst>
          </p:cNvPr>
          <p:cNvSpPr>
            <a:spLocks noGrp="1"/>
          </p:cNvSpPr>
          <p:nvPr>
            <p:ph type="title"/>
          </p:nvPr>
        </p:nvSpPr>
        <p:spPr/>
        <p:txBody>
          <a:bodyPr>
            <a:normAutofit fontScale="90000"/>
          </a:bodyPr>
          <a:lstStyle/>
          <a:p>
            <a:r>
              <a:rPr lang="en-US" dirty="0"/>
              <a:t>Test‑Driven Development (TDD) as a </a:t>
            </a:r>
            <a:r>
              <a:rPr lang="en-US" u="sng" dirty="0"/>
              <a:t>Guardrail</a:t>
            </a:r>
            <a:r>
              <a:rPr lang="en-US" dirty="0"/>
              <a:t> for SDD</a:t>
            </a:r>
          </a:p>
        </p:txBody>
      </p:sp>
      <p:sp>
        <p:nvSpPr>
          <p:cNvPr id="3" name="Content Placeholder 2">
            <a:extLst>
              <a:ext uri="{FF2B5EF4-FFF2-40B4-BE49-F238E27FC236}">
                <a16:creationId xmlns:a16="http://schemas.microsoft.com/office/drawing/2014/main" id="{389AE274-41BD-4801-E3CA-23830AFB8B68}"/>
              </a:ext>
            </a:extLst>
          </p:cNvPr>
          <p:cNvSpPr>
            <a:spLocks noGrp="1"/>
          </p:cNvSpPr>
          <p:nvPr>
            <p:ph sz="quarter" idx="11"/>
          </p:nvPr>
        </p:nvSpPr>
        <p:spPr/>
        <p:txBody>
          <a:bodyPr/>
          <a:lstStyle/>
          <a:p>
            <a:r>
              <a:rPr lang="en-US" b="1" dirty="0"/>
              <a:t>Why TDD Matters in Spec‑Driven Development</a:t>
            </a:r>
          </a:p>
          <a:p>
            <a:pPr marL="285750" indent="-285750">
              <a:buFont typeface="Arial" panose="020B0604020202020204" pitchFamily="34" charset="0"/>
              <a:buChar char="•"/>
            </a:pPr>
            <a:r>
              <a:rPr lang="en-US" dirty="0"/>
              <a:t>Specs Define Intent — Tests Enforce It</a:t>
            </a:r>
          </a:p>
          <a:p>
            <a:pPr marL="742950" lvl="1" indent="-285750">
              <a:buFont typeface="Arial" panose="020B0604020202020204" pitchFamily="34" charset="0"/>
              <a:buChar char="•"/>
            </a:pPr>
            <a:r>
              <a:rPr lang="en-US" dirty="0"/>
              <a:t>Tests turn written specifications into executable, verifiable contracts.</a:t>
            </a:r>
          </a:p>
          <a:p>
            <a:pPr marL="285750" indent="-285750">
              <a:buFont typeface="Arial" panose="020B0604020202020204" pitchFamily="34" charset="0"/>
              <a:buChar char="•"/>
            </a:pPr>
            <a:r>
              <a:rPr lang="en-US" dirty="0"/>
              <a:t>Helps to Prevents AI Intent Drift</a:t>
            </a:r>
          </a:p>
          <a:p>
            <a:pPr marL="742950" lvl="1" indent="-285750">
              <a:buFont typeface="Arial" panose="020B0604020202020204" pitchFamily="34" charset="0"/>
              <a:buChar char="•"/>
            </a:pPr>
            <a:r>
              <a:rPr lang="en-US" dirty="0"/>
              <a:t>Failing tests immediately surface when AI‑generated code diverges from the spec.</a:t>
            </a:r>
          </a:p>
          <a:p>
            <a:pPr marL="285750" indent="-285750">
              <a:buFont typeface="Arial" panose="020B0604020202020204" pitchFamily="34" charset="0"/>
              <a:buChar char="•"/>
            </a:pPr>
            <a:r>
              <a:rPr lang="en-US" dirty="0"/>
              <a:t>Shared Source of Truth</a:t>
            </a:r>
          </a:p>
          <a:p>
            <a:pPr marL="742950" lvl="1" indent="-285750">
              <a:buFont typeface="Arial" panose="020B0604020202020204" pitchFamily="34" charset="0"/>
              <a:buChar char="•"/>
            </a:pPr>
            <a:r>
              <a:rPr lang="en-US" dirty="0"/>
              <a:t>Specs describe what; tests prove what works — together they anchor behavior.</a:t>
            </a:r>
          </a:p>
        </p:txBody>
      </p:sp>
      <p:sp>
        <p:nvSpPr>
          <p:cNvPr id="4" name="Content Placeholder 3">
            <a:extLst>
              <a:ext uri="{FF2B5EF4-FFF2-40B4-BE49-F238E27FC236}">
                <a16:creationId xmlns:a16="http://schemas.microsoft.com/office/drawing/2014/main" id="{EEC763F4-0DBF-AD4B-DD01-5DB92316EDF5}"/>
              </a:ext>
            </a:extLst>
          </p:cNvPr>
          <p:cNvSpPr>
            <a:spLocks noGrp="1"/>
          </p:cNvSpPr>
          <p:nvPr>
            <p:ph sz="quarter" idx="12"/>
          </p:nvPr>
        </p:nvSpPr>
        <p:spPr/>
        <p:txBody>
          <a:bodyPr/>
          <a:lstStyle/>
          <a:p>
            <a:r>
              <a:rPr lang="en-US" b="1" dirty="0"/>
              <a:t>TDD + SDD = Stable AI‑Assisted Development</a:t>
            </a:r>
          </a:p>
          <a:p>
            <a:pPr marL="285750" indent="-285750">
              <a:buFont typeface="Arial" panose="020B0604020202020204" pitchFamily="34" charset="0"/>
              <a:buChar char="•"/>
            </a:pPr>
            <a:r>
              <a:rPr lang="en-US" b="1" dirty="0"/>
              <a:t>Before Code:</a:t>
            </a:r>
            <a:r>
              <a:rPr lang="en-US" dirty="0"/>
              <a:t> Spec defines expected behavior</a:t>
            </a:r>
          </a:p>
          <a:p>
            <a:pPr marL="285750" indent="-285750">
              <a:buFont typeface="Arial" panose="020B0604020202020204" pitchFamily="34" charset="0"/>
              <a:buChar char="•"/>
            </a:pPr>
            <a:r>
              <a:rPr lang="en-US" b="1" dirty="0"/>
              <a:t>Before Implementation:</a:t>
            </a:r>
            <a:r>
              <a:rPr lang="en-US" dirty="0"/>
              <a:t> Tests codify that behavior</a:t>
            </a:r>
          </a:p>
          <a:p>
            <a:pPr marL="285750" indent="-285750">
              <a:buFont typeface="Arial" panose="020B0604020202020204" pitchFamily="34" charset="0"/>
              <a:buChar char="•"/>
            </a:pPr>
            <a:r>
              <a:rPr lang="en-US" b="1" dirty="0"/>
              <a:t>During AI Coding:</a:t>
            </a:r>
            <a:r>
              <a:rPr lang="en-US" dirty="0"/>
              <a:t> Tests constrain and validate AI output</a:t>
            </a:r>
          </a:p>
          <a:p>
            <a:pPr marL="285750" indent="-285750">
              <a:buFont typeface="Arial" panose="020B0604020202020204" pitchFamily="34" charset="0"/>
              <a:buChar char="•"/>
            </a:pPr>
            <a:r>
              <a:rPr lang="en-US" b="1" dirty="0"/>
              <a:t>Over Time:</a:t>
            </a:r>
            <a:r>
              <a:rPr lang="en-US" dirty="0"/>
              <a:t> Regression tests preserve intent as systems evolve</a:t>
            </a:r>
          </a:p>
          <a:p>
            <a:pPr marL="285750" indent="-285750">
              <a:buFont typeface="Arial" panose="020B0604020202020204" pitchFamily="34" charset="0"/>
              <a:buChar char="•"/>
            </a:pPr>
            <a:endParaRPr lang="en-US" dirty="0"/>
          </a:p>
          <a:p>
            <a:r>
              <a:rPr lang="en-US" b="1" dirty="0"/>
              <a:t>Key Takeaway</a:t>
            </a:r>
          </a:p>
          <a:p>
            <a:pPr marL="285750" indent="-285750">
              <a:buFont typeface="Arial" panose="020B0604020202020204" pitchFamily="34" charset="0"/>
              <a:buChar char="•"/>
            </a:pPr>
            <a:r>
              <a:rPr lang="en-US" i="1" dirty="0"/>
              <a:t>TDD is not optional ceremony — it is the safety rail that keeps Spec‑Driven Development on track, especially with AI‑generated code.</a:t>
            </a:r>
          </a:p>
        </p:txBody>
      </p:sp>
      <p:sp>
        <p:nvSpPr>
          <p:cNvPr id="5" name="Text Placeholder 4">
            <a:extLst>
              <a:ext uri="{FF2B5EF4-FFF2-40B4-BE49-F238E27FC236}">
                <a16:creationId xmlns:a16="http://schemas.microsoft.com/office/drawing/2014/main" id="{5CC23A00-11A2-0E02-C258-7791C2656E92}"/>
              </a:ext>
            </a:extLst>
          </p:cNvPr>
          <p:cNvSpPr>
            <a:spLocks noGrp="1"/>
          </p:cNvSpPr>
          <p:nvPr>
            <p:ph type="body" sz="quarter" idx="13"/>
          </p:nvPr>
        </p:nvSpPr>
        <p:spPr/>
        <p:txBody>
          <a:bodyPr/>
          <a:lstStyle/>
          <a:p>
            <a:r>
              <a:rPr lang="en-US"/>
              <a:t>Making intent executable and enforceable</a:t>
            </a:r>
            <a:endParaRPr lang="en-US" dirty="0"/>
          </a:p>
        </p:txBody>
      </p:sp>
      <p:sp>
        <p:nvSpPr>
          <p:cNvPr id="7" name="TextBox 6">
            <a:extLst>
              <a:ext uri="{FF2B5EF4-FFF2-40B4-BE49-F238E27FC236}">
                <a16:creationId xmlns:a16="http://schemas.microsoft.com/office/drawing/2014/main" id="{6C8FA78C-7AAD-3740-6BF7-2F91FF80D188}"/>
              </a:ext>
            </a:extLst>
          </p:cNvPr>
          <p:cNvSpPr txBox="1"/>
          <p:nvPr/>
        </p:nvSpPr>
        <p:spPr>
          <a:xfrm>
            <a:off x="517843" y="5277405"/>
            <a:ext cx="8397557" cy="369332"/>
          </a:xfrm>
          <a:prstGeom prst="rect">
            <a:avLst/>
          </a:prstGeom>
          <a:noFill/>
        </p:spPr>
        <p:txBody>
          <a:bodyPr wrap="square">
            <a:spAutoFit/>
          </a:bodyPr>
          <a:lstStyle/>
          <a:p>
            <a:r>
              <a:rPr lang="en-US" sz="1800" b="1" i="0" kern="1200" dirty="0">
                <a:solidFill>
                  <a:schemeClr val="tx1"/>
                </a:solidFill>
                <a:effectLst/>
                <a:latin typeface="+mn-lt"/>
                <a:ea typeface="+mn-ea"/>
                <a:cs typeface="+mn-cs"/>
              </a:rPr>
              <a:t>Specs explain the system to humans. Tests explain it to machines — including AI.</a:t>
            </a:r>
            <a:endParaRPr lang="en-US" dirty="0"/>
          </a:p>
        </p:txBody>
      </p:sp>
    </p:spTree>
    <p:extLst>
      <p:ext uri="{BB962C8B-B14F-4D97-AF65-F5344CB8AC3E}">
        <p14:creationId xmlns:p14="http://schemas.microsoft.com/office/powerpoint/2010/main" val="26839808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1EF53-4DC6-C79E-F9E9-C54823FF6FAC}"/>
              </a:ext>
            </a:extLst>
          </p:cNvPr>
          <p:cNvSpPr>
            <a:spLocks noGrp="1"/>
          </p:cNvSpPr>
          <p:nvPr>
            <p:ph type="title"/>
          </p:nvPr>
        </p:nvSpPr>
        <p:spPr>
          <a:xfrm>
            <a:off x="468489" y="434446"/>
            <a:ext cx="11255022" cy="667808"/>
          </a:xfrm>
        </p:spPr>
        <p:txBody>
          <a:bodyPr anchor="b">
            <a:normAutofit/>
          </a:bodyPr>
          <a:lstStyle/>
          <a:p>
            <a:r>
              <a:rPr lang="en-US"/>
              <a:t>OpenSpec as Lightweight SDD</a:t>
            </a:r>
          </a:p>
        </p:txBody>
      </p:sp>
      <p:pic>
        <p:nvPicPr>
          <p:cNvPr id="2052" name="Picture 4" descr="Launch YC: OpenSpec: The Spec Framework for Coding Agents | Y Combinator">
            <a:extLst>
              <a:ext uri="{FF2B5EF4-FFF2-40B4-BE49-F238E27FC236}">
                <a16:creationId xmlns:a16="http://schemas.microsoft.com/office/drawing/2014/main" id="{826D0743-8D3C-10EF-2B8E-3162B87F690D}"/>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68489" y="2283572"/>
            <a:ext cx="5394960" cy="3115589"/>
          </a:xfrm>
          <a:prstGeom prst="rect">
            <a:avLst/>
          </a:prstGeom>
          <a:solidFill>
            <a:srgbClr val="FFFFFF"/>
          </a:solidFill>
          <a:effectLst>
            <a:outerShdw blurRad="50800" dist="38100" dir="8100000" algn="tr" rotWithShape="0">
              <a:prstClr val="black">
                <a:alpha val="40000"/>
              </a:prstClr>
            </a:outerShdw>
          </a:effectLst>
        </p:spPr>
      </p:pic>
      <p:sp>
        <p:nvSpPr>
          <p:cNvPr id="4" name="Content Placeholder 3">
            <a:extLst>
              <a:ext uri="{FF2B5EF4-FFF2-40B4-BE49-F238E27FC236}">
                <a16:creationId xmlns:a16="http://schemas.microsoft.com/office/drawing/2014/main" id="{DD0CDA96-A727-2C60-97E6-881136749531}"/>
              </a:ext>
            </a:extLst>
          </p:cNvPr>
          <p:cNvSpPr>
            <a:spLocks noGrp="1"/>
          </p:cNvSpPr>
          <p:nvPr>
            <p:ph sz="quarter" idx="1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279197" y="1743240"/>
            <a:ext cx="5394960" cy="4194467"/>
          </a:xfrm>
        </p:spPr>
        <p:txBody>
          <a:bodyPr>
            <a:normAutofit/>
          </a:bodyPr>
          <a:lstStyle/>
          <a:p>
            <a:pPr marL="0" indent="0">
              <a:spcBef>
                <a:spcPts val="2500"/>
              </a:spcBef>
              <a:buFont typeface="Arial" panose="020B0604020202020204" pitchFamily="34" charset="0"/>
              <a:buNone/>
            </a:pPr>
            <a:r>
              <a:rPr lang="en-US" b="1" dirty="0"/>
              <a:t>Lightweight Framework Benefits</a:t>
            </a:r>
          </a:p>
          <a:p>
            <a:pPr marL="0" lvl="1" indent="0">
              <a:buFont typeface="Arial" panose="020B0604020202020204" pitchFamily="34" charset="0"/>
              <a:buNone/>
            </a:pPr>
            <a:r>
              <a:rPr lang="en-US" dirty="0" err="1"/>
              <a:t>OpenSpec</a:t>
            </a:r>
            <a:r>
              <a:rPr lang="en-US" dirty="0"/>
              <a:t> adds minimal structure to capture development intent without heavy process overhead.</a:t>
            </a:r>
          </a:p>
          <a:p>
            <a:pPr marL="0" indent="0">
              <a:spcBef>
                <a:spcPts val="2500"/>
              </a:spcBef>
              <a:buFont typeface="Arial" panose="020B0604020202020204" pitchFamily="34" charset="0"/>
              <a:buNone/>
            </a:pPr>
            <a:r>
              <a:rPr lang="en-US" b="1" dirty="0"/>
              <a:t>Integrated Specification Management</a:t>
            </a:r>
          </a:p>
          <a:p>
            <a:pPr marL="0" lvl="1" indent="0">
              <a:buFont typeface="Arial" panose="020B0604020202020204" pitchFamily="34" charset="0"/>
              <a:buNone/>
            </a:pPr>
            <a:r>
              <a:rPr lang="en-US" dirty="0"/>
              <a:t>Specifications and changes are organized directly within the code repository as the source of truth.</a:t>
            </a:r>
          </a:p>
          <a:p>
            <a:pPr marL="0" indent="0">
              <a:spcBef>
                <a:spcPts val="2500"/>
              </a:spcBef>
              <a:buFont typeface="Arial" panose="020B0604020202020204" pitchFamily="34" charset="0"/>
              <a:buNone/>
            </a:pPr>
            <a:r>
              <a:rPr lang="en-US" b="1" dirty="0"/>
              <a:t>Reviewing Intent Before Code</a:t>
            </a:r>
          </a:p>
          <a:p>
            <a:pPr marL="0" lvl="1" indent="0">
              <a:buFont typeface="Arial" panose="020B0604020202020204" pitchFamily="34" charset="0"/>
              <a:buNone/>
            </a:pPr>
            <a:r>
              <a:rPr lang="en-US" dirty="0"/>
              <a:t>Explicit spec changes help reviewers understand change rationale before reading implementation code.</a:t>
            </a:r>
          </a:p>
          <a:p>
            <a:pPr marL="0" indent="0">
              <a:spcBef>
                <a:spcPts val="2500"/>
              </a:spcBef>
              <a:buFont typeface="Arial" panose="020B0604020202020204" pitchFamily="34" charset="0"/>
              <a:buNone/>
            </a:pPr>
            <a:r>
              <a:rPr lang="en-US" b="1" dirty="0"/>
              <a:t>Tool-Agnostic Integration</a:t>
            </a:r>
          </a:p>
          <a:p>
            <a:pPr marL="0" lvl="1" indent="0">
              <a:buFont typeface="Arial" panose="020B0604020202020204" pitchFamily="34" charset="0"/>
              <a:buNone/>
            </a:pPr>
            <a:r>
              <a:rPr lang="en-US" dirty="0" err="1"/>
              <a:t>OpenSpec</a:t>
            </a:r>
            <a:r>
              <a:rPr lang="en-US" dirty="0"/>
              <a:t> integrates with AI coding assistants and existing tools, enabling incremental SDD adoption.</a:t>
            </a:r>
          </a:p>
        </p:txBody>
      </p:sp>
      <p:sp>
        <p:nvSpPr>
          <p:cNvPr id="2060" name="Text Placeholder 4">
            <a:extLst>
              <a:ext uri="{FF2B5EF4-FFF2-40B4-BE49-F238E27FC236}">
                <a16:creationId xmlns:a16="http://schemas.microsoft.com/office/drawing/2014/main" id="{9DA6896D-5F05-E487-EED4-B1BFF3B9479C}"/>
              </a:ext>
            </a:extLst>
          </p:cNvPr>
          <p:cNvSpPr>
            <a:spLocks noGrp="1"/>
          </p:cNvSpPr>
          <p:nvPr>
            <p:ph type="body" sz="quarter" idx="13"/>
          </p:nvPr>
        </p:nvSpPr>
        <p:spPr>
          <a:xfrm>
            <a:off x="468313" y="1211263"/>
            <a:ext cx="11206162" cy="423862"/>
          </a:xfrm>
        </p:spPr>
        <p:txBody>
          <a:bodyPr/>
          <a:lstStyle/>
          <a:p>
            <a:endParaRPr lang="en-US"/>
          </a:p>
        </p:txBody>
      </p:sp>
      <p:sp>
        <p:nvSpPr>
          <p:cNvPr id="5" name="TextBox 4">
            <a:extLst>
              <a:ext uri="{FF2B5EF4-FFF2-40B4-BE49-F238E27FC236}">
                <a16:creationId xmlns:a16="http://schemas.microsoft.com/office/drawing/2014/main" id="{F602AEDB-0950-1A2B-F5AA-728F2989C0EE}"/>
              </a:ext>
            </a:extLst>
          </p:cNvPr>
          <p:cNvSpPr txBox="1"/>
          <p:nvPr/>
        </p:nvSpPr>
        <p:spPr>
          <a:xfrm>
            <a:off x="6279197" y="5505332"/>
            <a:ext cx="6097904" cy="369332"/>
          </a:xfrm>
          <a:prstGeom prst="rect">
            <a:avLst/>
          </a:prstGeom>
          <a:noFill/>
        </p:spPr>
        <p:txBody>
          <a:bodyPr wrap="square">
            <a:spAutoFit/>
          </a:bodyPr>
          <a:lstStyle/>
          <a:p>
            <a:r>
              <a:rPr lang="en-US" dirty="0">
                <a:hlinkClick r:id="rId4"/>
              </a:rPr>
              <a:t>https://github.com/Fission-AI/OpenSpec</a:t>
            </a:r>
            <a:endParaRPr lang="en-US" dirty="0"/>
          </a:p>
        </p:txBody>
      </p:sp>
    </p:spTree>
    <p:extLst>
      <p:ext uri="{BB962C8B-B14F-4D97-AF65-F5344CB8AC3E}">
        <p14:creationId xmlns:p14="http://schemas.microsoft.com/office/powerpoint/2010/main" val="18076038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27E94-5AFD-3C4A-6720-37B830C19698}"/>
              </a:ext>
            </a:extLst>
          </p:cNvPr>
          <p:cNvSpPr>
            <a:spLocks noGrp="1"/>
          </p:cNvSpPr>
          <p:nvPr>
            <p:ph type="title"/>
          </p:nvPr>
        </p:nvSpPr>
        <p:spPr>
          <a:xfrm>
            <a:off x="468489" y="434446"/>
            <a:ext cx="11255022" cy="667808"/>
          </a:xfrm>
        </p:spPr>
        <p:txBody>
          <a:bodyPr anchor="b">
            <a:normAutofit/>
          </a:bodyPr>
          <a:lstStyle/>
          <a:p>
            <a:r>
              <a:rPr lang="en-US" dirty="0" err="1"/>
              <a:t>OpenSpec</a:t>
            </a:r>
            <a:r>
              <a:rPr lang="en-US"/>
              <a:t> Workflow </a:t>
            </a:r>
            <a:r>
              <a:rPr lang="en-US" dirty="0"/>
              <a:t>(DEMO)</a:t>
            </a:r>
          </a:p>
        </p:txBody>
      </p:sp>
      <p:sp>
        <p:nvSpPr>
          <p:cNvPr id="4" name="Content Placeholder 3">
            <a:extLst>
              <a:ext uri="{FF2B5EF4-FFF2-40B4-BE49-F238E27FC236}">
                <a16:creationId xmlns:a16="http://schemas.microsoft.com/office/drawing/2014/main" id="{7C92CE81-B93E-963F-B4D1-3A7A89FF5329}"/>
              </a:ext>
            </a:extLst>
          </p:cNvPr>
          <p:cNvSpPr>
            <a:spLocks noGrp="1"/>
          </p:cNvSpPr>
          <p:nvPr>
            <p:ph sz="quarter" idx="1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327777" y="1615098"/>
            <a:ext cx="5394960" cy="4194467"/>
          </a:xfrm>
        </p:spPr>
        <p:txBody>
          <a:bodyPr>
            <a:normAutofit/>
          </a:bodyPr>
          <a:lstStyle/>
          <a:p>
            <a:pPr>
              <a:spcBef>
                <a:spcPts val="500"/>
              </a:spcBef>
            </a:pPr>
            <a:r>
              <a:rPr lang="en-US" b="1" dirty="0" err="1">
                <a:solidFill>
                  <a:srgbClr val="0D0D0D"/>
                </a:solidFill>
                <a:latin typeface="Khula Regular" panose="02000000000000000000"/>
              </a:rPr>
              <a:t>OpenSpec</a:t>
            </a:r>
            <a:r>
              <a:rPr lang="en-US" b="1" dirty="0">
                <a:solidFill>
                  <a:srgbClr val="0D0D0D"/>
                </a:solidFill>
                <a:latin typeface="Khula Regular" panose="02000000000000000000"/>
              </a:rPr>
              <a:t>-Explore</a:t>
            </a:r>
          </a:p>
          <a:p>
            <a:pPr>
              <a:spcBef>
                <a:spcPts val="500"/>
              </a:spcBef>
            </a:pPr>
            <a:r>
              <a:rPr lang="en-US" dirty="0">
                <a:solidFill>
                  <a:srgbClr val="0D0D0D"/>
                </a:solidFill>
                <a:latin typeface="Khula Regular" panose="02000000000000000000"/>
              </a:rPr>
              <a:t>A phase where exploration and investigation can occur to inform proposals or refine specifications before formal application.</a:t>
            </a:r>
            <a:endParaRPr lang="en-US" dirty="0"/>
          </a:p>
          <a:p>
            <a:pPr marL="0" indent="0" algn="l" rtl="0" eaLnBrk="1" latinLnBrk="0" hangingPunct="1">
              <a:lnSpc>
                <a:spcPct val="90000"/>
              </a:lnSpc>
              <a:spcBef>
                <a:spcPts val="500"/>
              </a:spcBef>
              <a:buNone/>
            </a:pPr>
            <a:endParaRPr lang="en-US" b="1" dirty="0">
              <a:solidFill>
                <a:srgbClr val="0D0D0D"/>
              </a:solidFill>
              <a:latin typeface="Khula Regular" panose="02000000000000000000"/>
            </a:endParaRPr>
          </a:p>
          <a:p>
            <a:pPr marL="0" indent="0" algn="l" rtl="0" eaLnBrk="1" latinLnBrk="0" hangingPunct="1">
              <a:lnSpc>
                <a:spcPct val="90000"/>
              </a:lnSpc>
              <a:spcBef>
                <a:spcPts val="500"/>
              </a:spcBef>
              <a:buNone/>
            </a:pPr>
            <a:r>
              <a:rPr lang="en-US" b="1" dirty="0" err="1">
                <a:solidFill>
                  <a:srgbClr val="0D0D0D"/>
                </a:solidFill>
                <a:latin typeface="Khula Regular" panose="02000000000000000000"/>
              </a:rPr>
              <a:t>OpenSpec</a:t>
            </a:r>
            <a:r>
              <a:rPr lang="en-US" b="1" dirty="0">
                <a:solidFill>
                  <a:srgbClr val="0D0D0D"/>
                </a:solidFill>
                <a:latin typeface="Khula Regular" panose="02000000000000000000"/>
              </a:rPr>
              <a:t>-</a:t>
            </a:r>
            <a:r>
              <a:rPr lang="en-US" sz="1400" b="1" dirty="0">
                <a:solidFill>
                  <a:srgbClr val="0D0D0D"/>
                </a:solidFill>
                <a:effectLst/>
                <a:latin typeface="Khula Regular" panose="02000000000000000000"/>
              </a:rPr>
              <a:t>Propose</a:t>
            </a:r>
          </a:p>
          <a:p>
            <a:pPr>
              <a:spcBef>
                <a:spcPts val="500"/>
              </a:spcBef>
            </a:pPr>
            <a:r>
              <a:rPr lang="en-US" sz="1400" dirty="0">
                <a:solidFill>
                  <a:srgbClr val="0D0D0D"/>
                </a:solidFill>
                <a:effectLst/>
                <a:latin typeface="Khula Regular" panose="02000000000000000000"/>
              </a:rPr>
              <a:t>This agent initiates the process by presenting a proposal that outlines the intended change and its objectives, fostering a clear and shared understanding among stakeholders.</a:t>
            </a:r>
            <a:r>
              <a:rPr lang="en-US" dirty="0">
                <a:solidFill>
                  <a:srgbClr val="0D0D0D"/>
                </a:solidFill>
                <a:latin typeface="Khula Regular" panose="02000000000000000000"/>
              </a:rPr>
              <a:t> Tasks are then generated based on these specifications to ensure structured and manageable execution.</a:t>
            </a:r>
          </a:p>
          <a:p>
            <a:pPr marL="0" indent="0" algn="l" rtl="0" eaLnBrk="1" latinLnBrk="0" hangingPunct="1">
              <a:lnSpc>
                <a:spcPct val="90000"/>
              </a:lnSpc>
              <a:spcBef>
                <a:spcPts val="500"/>
              </a:spcBef>
              <a:buNone/>
            </a:pPr>
            <a:endParaRPr lang="en-US" sz="1400" b="1" dirty="0">
              <a:solidFill>
                <a:srgbClr val="0D0D0D"/>
              </a:solidFill>
              <a:effectLst/>
              <a:latin typeface="Khula Regular" panose="02000000000000000000"/>
            </a:endParaRPr>
          </a:p>
          <a:p>
            <a:pPr marL="0" indent="0" algn="l" rtl="0" eaLnBrk="1" latinLnBrk="0" hangingPunct="1">
              <a:lnSpc>
                <a:spcPct val="90000"/>
              </a:lnSpc>
              <a:spcBef>
                <a:spcPts val="500"/>
              </a:spcBef>
              <a:buNone/>
            </a:pPr>
            <a:r>
              <a:rPr lang="en-US" sz="1400" b="1" dirty="0" err="1">
                <a:solidFill>
                  <a:srgbClr val="0D0D0D"/>
                </a:solidFill>
                <a:effectLst/>
                <a:latin typeface="Khula Regular" panose="02000000000000000000"/>
              </a:rPr>
              <a:t>OpenSpec</a:t>
            </a:r>
            <a:r>
              <a:rPr lang="en-US" sz="1400" b="1" dirty="0">
                <a:solidFill>
                  <a:srgbClr val="0D0D0D"/>
                </a:solidFill>
                <a:effectLst/>
                <a:latin typeface="Khula Regular" panose="02000000000000000000"/>
              </a:rPr>
              <a:t>-Apply-Change</a:t>
            </a:r>
          </a:p>
          <a:p>
            <a:pPr marL="0" indent="0" algn="l" rtl="0" eaLnBrk="1" latinLnBrk="0" hangingPunct="1">
              <a:lnSpc>
                <a:spcPct val="90000"/>
              </a:lnSpc>
              <a:spcBef>
                <a:spcPts val="500"/>
              </a:spcBef>
              <a:buNone/>
            </a:pPr>
            <a:r>
              <a:rPr lang="en-US" sz="1400" dirty="0">
                <a:solidFill>
                  <a:srgbClr val="0D0D0D"/>
                </a:solidFill>
                <a:effectLst/>
                <a:latin typeface="Khula Regular" panose="02000000000000000000"/>
              </a:rPr>
              <a:t>Following the proposal, the Apply agent updates or extends the specifications to define new behaviors, creating a precise contract that guides implementation.</a:t>
            </a:r>
          </a:p>
          <a:p>
            <a:pPr marL="0" indent="0" algn="l" rtl="0" eaLnBrk="1" latinLnBrk="0" hangingPunct="1">
              <a:lnSpc>
                <a:spcPct val="90000"/>
              </a:lnSpc>
              <a:spcBef>
                <a:spcPts val="500"/>
              </a:spcBef>
              <a:buNone/>
            </a:pPr>
            <a:endParaRPr lang="en-US" sz="1400" b="1" dirty="0">
              <a:solidFill>
                <a:srgbClr val="0D0D0D"/>
              </a:solidFill>
              <a:effectLst/>
              <a:latin typeface="Khula Regular" panose="02000000000000000000"/>
            </a:endParaRPr>
          </a:p>
          <a:p>
            <a:pPr marL="0" indent="0" algn="l" rtl="0" eaLnBrk="1" latinLnBrk="0" hangingPunct="1">
              <a:lnSpc>
                <a:spcPct val="90000"/>
              </a:lnSpc>
              <a:spcBef>
                <a:spcPts val="500"/>
              </a:spcBef>
              <a:buNone/>
            </a:pPr>
            <a:r>
              <a:rPr lang="en-US" sz="1400" b="1" dirty="0" err="1">
                <a:solidFill>
                  <a:srgbClr val="0D0D0D"/>
                </a:solidFill>
                <a:effectLst/>
                <a:latin typeface="Khula Regular" panose="02000000000000000000"/>
              </a:rPr>
              <a:t>OpenSpec</a:t>
            </a:r>
            <a:r>
              <a:rPr lang="en-US" sz="1400" b="1" dirty="0">
                <a:solidFill>
                  <a:srgbClr val="0D0D0D"/>
                </a:solidFill>
                <a:effectLst/>
                <a:latin typeface="Khula Regular" panose="02000000000000000000"/>
              </a:rPr>
              <a:t>-Archive-Change</a:t>
            </a:r>
          </a:p>
          <a:p>
            <a:pPr marL="0" indent="0" algn="l" rtl="0" eaLnBrk="1" latinLnBrk="0" hangingPunct="1">
              <a:lnSpc>
                <a:spcPct val="90000"/>
              </a:lnSpc>
              <a:spcBef>
                <a:spcPts val="500"/>
              </a:spcBef>
              <a:buNone/>
            </a:pPr>
            <a:r>
              <a:rPr lang="en-US" sz="1400" dirty="0">
                <a:solidFill>
                  <a:srgbClr val="0D0D0D"/>
                </a:solidFill>
                <a:effectLst/>
                <a:latin typeface="Khula Regular" panose="02000000000000000000"/>
              </a:rPr>
              <a:t>Upon completion, the Archive agent stores the finalized changes and designates the updated specification as the definitive source of truth.</a:t>
            </a:r>
          </a:p>
        </p:txBody>
      </p:sp>
      <p:sp>
        <p:nvSpPr>
          <p:cNvPr id="10" name="Text Placeholder 4">
            <a:extLst>
              <a:ext uri="{FF2B5EF4-FFF2-40B4-BE49-F238E27FC236}">
                <a16:creationId xmlns:a16="http://schemas.microsoft.com/office/drawing/2014/main" id="{6747348D-8B0E-79BC-5257-90AB45E26A69}"/>
              </a:ext>
            </a:extLst>
          </p:cNvPr>
          <p:cNvSpPr>
            <a:spLocks noGrp="1"/>
          </p:cNvSpPr>
          <p:nvPr>
            <p:ph type="body" sz="quarter" idx="13"/>
          </p:nvPr>
        </p:nvSpPr>
        <p:spPr>
          <a:xfrm>
            <a:off x="468313" y="1211263"/>
            <a:ext cx="11206162" cy="423862"/>
          </a:xfrm>
        </p:spPr>
        <p:txBody>
          <a:bodyPr/>
          <a:lstStyle/>
          <a:p>
            <a:r>
              <a:rPr lang="en-US" dirty="0" err="1"/>
              <a:t>OpenSpec</a:t>
            </a:r>
            <a:r>
              <a:rPr lang="en-US" dirty="0"/>
              <a:t> Workflow: Key Agents</a:t>
            </a:r>
          </a:p>
        </p:txBody>
      </p:sp>
      <p:graphicFrame>
        <p:nvGraphicFramePr>
          <p:cNvPr id="7" name="Content Placeholder 6">
            <a:extLst>
              <a:ext uri="{FF2B5EF4-FFF2-40B4-BE49-F238E27FC236}">
                <a16:creationId xmlns:a16="http://schemas.microsoft.com/office/drawing/2014/main" id="{7C113EC9-EF42-60EE-F563-3E1AAD46102E}"/>
              </a:ext>
            </a:extLst>
          </p:cNvPr>
          <p:cNvGraphicFramePr>
            <a:graphicFrameLocks noGrp="1"/>
          </p:cNvGraphicFramePr>
          <p:nvPr>
            <p:ph sz="quarter" idx="11"/>
            <p:extLst>
              <p:ext uri="{D42A27DB-BD31-4B8C-83A1-F6EECF244321}">
                <p14:modId xmlns:p14="http://schemas.microsoft.com/office/powerpoint/2010/main" val="1974141720"/>
              </p:ext>
            </p:extLst>
          </p:nvPr>
        </p:nvGraphicFramePr>
        <p:xfrm>
          <a:off x="468313" y="1744663"/>
          <a:ext cx="5395912" cy="41941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73ADC9FD-26ED-399B-ECA6-13065F0F595C}"/>
              </a:ext>
            </a:extLst>
          </p:cNvPr>
          <p:cNvSpPr txBox="1"/>
          <p:nvPr/>
        </p:nvSpPr>
        <p:spPr>
          <a:xfrm>
            <a:off x="6327777" y="5938838"/>
            <a:ext cx="5635623" cy="307777"/>
          </a:xfrm>
          <a:prstGeom prst="rect">
            <a:avLst/>
          </a:prstGeom>
          <a:noFill/>
        </p:spPr>
        <p:txBody>
          <a:bodyPr wrap="square">
            <a:spAutoFit/>
          </a:bodyPr>
          <a:lstStyle/>
          <a:p>
            <a:r>
              <a:rPr lang="en-US" sz="1400" dirty="0">
                <a:hlinkClick r:id="rId8"/>
              </a:rPr>
              <a:t>https://github.com/Fission-AI/OpenSpec/blob/main/docs/workflows.md</a:t>
            </a:r>
            <a:endParaRPr lang="en-US" sz="1400" dirty="0"/>
          </a:p>
        </p:txBody>
      </p:sp>
    </p:spTree>
    <p:extLst>
      <p:ext uri="{BB962C8B-B14F-4D97-AF65-F5344CB8AC3E}">
        <p14:creationId xmlns:p14="http://schemas.microsoft.com/office/powerpoint/2010/main" val="32344468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D5B97-10E5-F868-13AA-7736718E37B3}"/>
              </a:ext>
            </a:extLst>
          </p:cNvPr>
          <p:cNvSpPr>
            <a:spLocks noGrp="1"/>
          </p:cNvSpPr>
          <p:nvPr>
            <p:ph type="title"/>
          </p:nvPr>
        </p:nvSpPr>
        <p:spPr/>
        <p:txBody>
          <a:bodyPr/>
          <a:lstStyle/>
          <a:p>
            <a:r>
              <a:rPr lang="en-US" dirty="0" err="1"/>
              <a:t>OpenSpec</a:t>
            </a:r>
            <a:r>
              <a:rPr lang="en-US" dirty="0"/>
              <a:t> Group Lab (30 Minutes)</a:t>
            </a:r>
          </a:p>
        </p:txBody>
      </p:sp>
      <p:sp>
        <p:nvSpPr>
          <p:cNvPr id="4" name="Content Placeholder 3">
            <a:extLst>
              <a:ext uri="{FF2B5EF4-FFF2-40B4-BE49-F238E27FC236}">
                <a16:creationId xmlns:a16="http://schemas.microsoft.com/office/drawing/2014/main" id="{BAFCC81E-2267-7409-4873-7C1FD4FCB5A4}"/>
              </a:ext>
            </a:extLst>
          </p:cNvPr>
          <p:cNvSpPr>
            <a:spLocks noGrp="1"/>
          </p:cNvSpPr>
          <p:nvPr>
            <p:ph sz="quarter" idx="12"/>
          </p:nvPr>
        </p:nvSpPr>
        <p:spPr/>
        <p:txBody>
          <a:bodyPr/>
          <a:lstStyle/>
          <a:p>
            <a:pPr>
              <a:spcBef>
                <a:spcPts val="500"/>
              </a:spcBef>
            </a:pPr>
            <a:r>
              <a:rPr lang="en-US" b="1" dirty="0">
                <a:solidFill>
                  <a:srgbClr val="0D0D0D"/>
                </a:solidFill>
                <a:latin typeface="Khula Regular" panose="02000000000000000000"/>
              </a:rPr>
              <a:t>Explore an idea:</a:t>
            </a:r>
          </a:p>
          <a:p>
            <a:pPr marL="285750" indent="-285750">
              <a:spcBef>
                <a:spcPts val="500"/>
              </a:spcBef>
              <a:buFont typeface="Arial" panose="020B0604020202020204" pitchFamily="34" charset="0"/>
              <a:buChar char="•"/>
            </a:pPr>
            <a:r>
              <a:rPr lang="en-US" b="1" dirty="0" err="1">
                <a:solidFill>
                  <a:srgbClr val="0D0D0D"/>
                </a:solidFill>
                <a:latin typeface="Khula Regular" panose="02000000000000000000"/>
              </a:rPr>
              <a:t>openspec</a:t>
            </a:r>
            <a:r>
              <a:rPr lang="en-US" b="1" dirty="0">
                <a:solidFill>
                  <a:srgbClr val="0D0D0D"/>
                </a:solidFill>
                <a:latin typeface="Khula Regular" panose="02000000000000000000"/>
              </a:rPr>
              <a:t>-explore</a:t>
            </a:r>
          </a:p>
          <a:p>
            <a:pPr>
              <a:spcBef>
                <a:spcPts val="500"/>
              </a:spcBef>
            </a:pPr>
            <a:endParaRPr lang="en-US" b="1" dirty="0">
              <a:solidFill>
                <a:srgbClr val="0D0D0D"/>
              </a:solidFill>
              <a:latin typeface="Khula Regular" panose="02000000000000000000"/>
            </a:endParaRPr>
          </a:p>
          <a:p>
            <a:pPr>
              <a:spcBef>
                <a:spcPts val="500"/>
              </a:spcBef>
            </a:pPr>
            <a:r>
              <a:rPr lang="en-US" b="1" dirty="0">
                <a:solidFill>
                  <a:srgbClr val="0D0D0D"/>
                </a:solidFill>
                <a:latin typeface="Khula Regular" panose="02000000000000000000"/>
              </a:rPr>
              <a:t>Create a proposal:</a:t>
            </a:r>
          </a:p>
          <a:p>
            <a:pPr marL="285750" indent="-285750">
              <a:spcBef>
                <a:spcPts val="500"/>
              </a:spcBef>
              <a:buFont typeface="Arial" panose="020B0604020202020204" pitchFamily="34" charset="0"/>
              <a:buChar char="•"/>
            </a:pPr>
            <a:r>
              <a:rPr lang="en-US" b="1" dirty="0" err="1">
                <a:solidFill>
                  <a:srgbClr val="0D0D0D"/>
                </a:solidFill>
                <a:latin typeface="Khula Regular" panose="02000000000000000000"/>
              </a:rPr>
              <a:t>openspec</a:t>
            </a:r>
            <a:r>
              <a:rPr lang="en-US" b="1" dirty="0">
                <a:solidFill>
                  <a:srgbClr val="0D0D0D"/>
                </a:solidFill>
                <a:latin typeface="Khula Regular" panose="02000000000000000000"/>
              </a:rPr>
              <a:t>-propose</a:t>
            </a:r>
          </a:p>
          <a:p>
            <a:pPr>
              <a:spcBef>
                <a:spcPts val="500"/>
              </a:spcBef>
            </a:pPr>
            <a:endParaRPr lang="en-US" b="1" dirty="0">
              <a:solidFill>
                <a:srgbClr val="0D0D0D"/>
              </a:solidFill>
              <a:latin typeface="Khula Regular" panose="02000000000000000000"/>
            </a:endParaRPr>
          </a:p>
          <a:p>
            <a:pPr>
              <a:spcBef>
                <a:spcPts val="500"/>
              </a:spcBef>
            </a:pPr>
            <a:r>
              <a:rPr lang="en-US" b="1" dirty="0">
                <a:solidFill>
                  <a:srgbClr val="0D0D0D"/>
                </a:solidFill>
                <a:latin typeface="Khula Regular" panose="02000000000000000000"/>
              </a:rPr>
              <a:t>Apply the change (generate the code):</a:t>
            </a:r>
          </a:p>
          <a:p>
            <a:pPr marL="285750" indent="-285750">
              <a:spcBef>
                <a:spcPts val="500"/>
              </a:spcBef>
              <a:buFont typeface="Arial" panose="020B0604020202020204" pitchFamily="34" charset="0"/>
              <a:buChar char="•"/>
            </a:pPr>
            <a:r>
              <a:rPr lang="en-US" b="1" dirty="0" err="1">
                <a:solidFill>
                  <a:srgbClr val="0D0D0D"/>
                </a:solidFill>
                <a:latin typeface="Khula Regular" panose="02000000000000000000"/>
              </a:rPr>
              <a:t>openspec</a:t>
            </a:r>
            <a:r>
              <a:rPr lang="en-US" b="1" dirty="0">
                <a:solidFill>
                  <a:srgbClr val="0D0D0D"/>
                </a:solidFill>
                <a:latin typeface="Khula Regular" panose="02000000000000000000"/>
              </a:rPr>
              <a:t>-apply-change</a:t>
            </a:r>
          </a:p>
          <a:p>
            <a:pPr marL="285750" indent="-285750">
              <a:spcBef>
                <a:spcPts val="500"/>
              </a:spcBef>
              <a:buFont typeface="Arial" panose="020B0604020202020204" pitchFamily="34" charset="0"/>
              <a:buChar char="•"/>
            </a:pPr>
            <a:endParaRPr lang="en-US" b="1" dirty="0">
              <a:solidFill>
                <a:srgbClr val="0D0D0D"/>
              </a:solidFill>
              <a:latin typeface="Khula Regular" panose="02000000000000000000"/>
            </a:endParaRPr>
          </a:p>
          <a:p>
            <a:pPr>
              <a:spcBef>
                <a:spcPts val="500"/>
              </a:spcBef>
            </a:pPr>
            <a:r>
              <a:rPr lang="en-US" b="1" dirty="0">
                <a:solidFill>
                  <a:srgbClr val="0D0D0D"/>
                </a:solidFill>
                <a:latin typeface="Khula Regular" panose="02000000000000000000"/>
              </a:rPr>
              <a:t>Archive the change:</a:t>
            </a:r>
          </a:p>
          <a:p>
            <a:pPr marL="285750" indent="-285750">
              <a:spcBef>
                <a:spcPts val="500"/>
              </a:spcBef>
              <a:buFont typeface="Arial" panose="020B0604020202020204" pitchFamily="34" charset="0"/>
              <a:buChar char="•"/>
            </a:pPr>
            <a:r>
              <a:rPr lang="en-US" b="1" dirty="0" err="1">
                <a:solidFill>
                  <a:srgbClr val="0D0D0D"/>
                </a:solidFill>
                <a:latin typeface="Khula Regular" panose="02000000000000000000"/>
              </a:rPr>
              <a:t>openspec</a:t>
            </a:r>
            <a:r>
              <a:rPr lang="en-US" b="1" dirty="0">
                <a:solidFill>
                  <a:srgbClr val="0D0D0D"/>
                </a:solidFill>
                <a:latin typeface="Khula Regular" panose="02000000000000000000"/>
              </a:rPr>
              <a:t>-archive-change</a:t>
            </a:r>
          </a:p>
          <a:p>
            <a:pPr marL="285750" indent="-285750">
              <a:spcBef>
                <a:spcPts val="500"/>
              </a:spcBef>
              <a:buFont typeface="Arial" panose="020B0604020202020204" pitchFamily="34" charset="0"/>
              <a:buChar char="•"/>
            </a:pPr>
            <a:endParaRPr lang="en-US" b="1" dirty="0">
              <a:solidFill>
                <a:srgbClr val="0D0D0D"/>
              </a:solidFill>
              <a:latin typeface="Khula Regular" panose="02000000000000000000"/>
            </a:endParaRPr>
          </a:p>
          <a:p>
            <a:pPr>
              <a:spcBef>
                <a:spcPts val="500"/>
              </a:spcBef>
            </a:pPr>
            <a:endParaRPr lang="en-US" b="1" dirty="0">
              <a:solidFill>
                <a:srgbClr val="0D0D0D"/>
              </a:solidFill>
              <a:latin typeface="Khula Regular" panose="02000000000000000000"/>
            </a:endParaRPr>
          </a:p>
        </p:txBody>
      </p:sp>
      <p:sp>
        <p:nvSpPr>
          <p:cNvPr id="5" name="Text Placeholder 4">
            <a:extLst>
              <a:ext uri="{FF2B5EF4-FFF2-40B4-BE49-F238E27FC236}">
                <a16:creationId xmlns:a16="http://schemas.microsoft.com/office/drawing/2014/main" id="{9CB6A652-7296-F398-3626-C8CB589476AF}"/>
              </a:ext>
            </a:extLst>
          </p:cNvPr>
          <p:cNvSpPr>
            <a:spLocks noGrp="1"/>
          </p:cNvSpPr>
          <p:nvPr>
            <p:ph type="body" sz="quarter" idx="13"/>
          </p:nvPr>
        </p:nvSpPr>
        <p:spPr/>
        <p:txBody>
          <a:bodyPr/>
          <a:lstStyle/>
          <a:p>
            <a:r>
              <a:rPr lang="en-US" dirty="0"/>
              <a:t>Create your own app using </a:t>
            </a:r>
            <a:r>
              <a:rPr lang="en-US" dirty="0" err="1"/>
              <a:t>OpenSpec</a:t>
            </a:r>
            <a:endParaRPr lang="en-US" dirty="0"/>
          </a:p>
        </p:txBody>
      </p:sp>
      <p:graphicFrame>
        <p:nvGraphicFramePr>
          <p:cNvPr id="6" name="Content Placeholder 6">
            <a:extLst>
              <a:ext uri="{FF2B5EF4-FFF2-40B4-BE49-F238E27FC236}">
                <a16:creationId xmlns:a16="http://schemas.microsoft.com/office/drawing/2014/main" id="{56BA42CF-3AB7-94A5-907F-1F0ECC4E6EAC}"/>
              </a:ext>
            </a:extLst>
          </p:cNvPr>
          <p:cNvGraphicFramePr>
            <a:graphicFrameLocks noGrp="1"/>
          </p:cNvGraphicFramePr>
          <p:nvPr>
            <p:ph sz="quarter" idx="11"/>
            <p:extLst>
              <p:ext uri="{D42A27DB-BD31-4B8C-83A1-F6EECF244321}">
                <p14:modId xmlns:p14="http://schemas.microsoft.com/office/powerpoint/2010/main" val="617140943"/>
              </p:ext>
            </p:extLst>
          </p:nvPr>
        </p:nvGraphicFramePr>
        <p:xfrm>
          <a:off x="468313" y="1744663"/>
          <a:ext cx="5395912" cy="41941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972294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C0F01-149A-613B-DFAA-019F9A5A0C74}"/>
              </a:ext>
            </a:extLst>
          </p:cNvPr>
          <p:cNvSpPr>
            <a:spLocks noGrp="1"/>
          </p:cNvSpPr>
          <p:nvPr>
            <p:ph type="title"/>
          </p:nvPr>
        </p:nvSpPr>
        <p:spPr>
          <a:xfrm>
            <a:off x="468489" y="434446"/>
            <a:ext cx="11255022" cy="667808"/>
          </a:xfrm>
        </p:spPr>
        <p:txBody>
          <a:bodyPr anchor="b">
            <a:normAutofit/>
          </a:bodyPr>
          <a:lstStyle/>
          <a:p>
            <a:r>
              <a:rPr lang="en-US"/>
              <a:t>Key Takeaways and Next Steps</a:t>
            </a:r>
          </a:p>
        </p:txBody>
      </p:sp>
      <p:pic>
        <p:nvPicPr>
          <p:cNvPr id="5" name="Content Placeholder 4" descr="Woman using a computer">
            <a:extLst>
              <a:ext uri="{FF2B5EF4-FFF2-40B4-BE49-F238E27FC236}">
                <a16:creationId xmlns:a16="http://schemas.microsoft.com/office/drawing/2014/main" id="{8F4DFC46-8B4B-4126-B612-BD4CB10A47AB}"/>
              </a:ext>
            </a:extLst>
          </p:cNvPr>
          <p:cNvPicPr>
            <a:picLocks noGrp="1" noChangeAspect="1"/>
          </p:cNvPicPr>
          <p:nvPr>
            <p:ph sz="quarter" idx="11"/>
          </p:nvPr>
        </p:nvPicPr>
        <p:blipFill>
          <a:blip r:embed="rId3"/>
          <a:stretch>
            <a:fillRect/>
          </a:stretch>
        </p:blipFill>
        <p:spPr>
          <a:xfrm>
            <a:off x="468489" y="2040798"/>
            <a:ext cx="5394960" cy="3601137"/>
          </a:xfrm>
          <a:noFill/>
        </p:spPr>
      </p:pic>
      <p:sp>
        <p:nvSpPr>
          <p:cNvPr id="4" name="Content Placeholder 3">
            <a:extLst>
              <a:ext uri="{FF2B5EF4-FFF2-40B4-BE49-F238E27FC236}">
                <a16:creationId xmlns:a16="http://schemas.microsoft.com/office/drawing/2014/main" id="{4DF0E72D-C070-394C-978A-094F23CA7C27}"/>
              </a:ext>
            </a:extLst>
          </p:cNvPr>
          <p:cNvSpPr>
            <a:spLocks noGrp="1"/>
          </p:cNvSpPr>
          <p:nvPr>
            <p:ph sz="quarter" idx="1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279197" y="1743240"/>
            <a:ext cx="5394960" cy="4194467"/>
          </a:xfrm>
        </p:spPr>
        <p:txBody>
          <a:bodyPr>
            <a:normAutofit/>
          </a:bodyPr>
          <a:lstStyle/>
          <a:p>
            <a:pPr marL="0" indent="0">
              <a:spcBef>
                <a:spcPts val="2500"/>
              </a:spcBef>
              <a:buFont typeface="Arial" panose="020B0604020202020204" pitchFamily="34" charset="0"/>
              <a:buNone/>
            </a:pPr>
            <a:r>
              <a:rPr lang="en-US" b="1" dirty="0"/>
              <a:t>Limitations of Vibe Coding</a:t>
            </a:r>
          </a:p>
          <a:p>
            <a:pPr marL="0" lvl="1" indent="0">
              <a:buFont typeface="Arial" panose="020B0604020202020204" pitchFamily="34" charset="0"/>
              <a:buNone/>
            </a:pPr>
            <a:r>
              <a:rPr lang="en-US" dirty="0"/>
              <a:t>Vibe coding offers initial speed and creativity but lacks long-term reliability for AI-driven software development. </a:t>
            </a:r>
            <a:r>
              <a:rPr lang="en-US" b="1" u="sng" dirty="0"/>
              <a:t>Intent Drift</a:t>
            </a:r>
            <a:r>
              <a:rPr lang="en-US" dirty="0"/>
              <a:t> and </a:t>
            </a:r>
            <a:r>
              <a:rPr lang="en-US" b="1" u="sng" dirty="0"/>
              <a:t>Fragile Context</a:t>
            </a:r>
            <a:r>
              <a:rPr lang="en-US" dirty="0"/>
              <a:t> are major drawbacks.</a:t>
            </a:r>
          </a:p>
          <a:p>
            <a:pPr marL="0" indent="0">
              <a:spcBef>
                <a:spcPts val="2500"/>
              </a:spcBef>
              <a:buFont typeface="Arial" panose="020B0604020202020204" pitchFamily="34" charset="0"/>
              <a:buNone/>
            </a:pPr>
            <a:r>
              <a:rPr lang="en-US" b="1" dirty="0"/>
              <a:t>Spec-Driven Development Benefits</a:t>
            </a:r>
          </a:p>
          <a:p>
            <a:pPr marL="0" lvl="1" indent="0">
              <a:buFont typeface="Arial" panose="020B0604020202020204" pitchFamily="34" charset="0"/>
              <a:buNone/>
            </a:pPr>
            <a:r>
              <a:rPr lang="en-US" dirty="0"/>
              <a:t>Spec-Driven Development balances AI assistance with disciplined engineering through </a:t>
            </a:r>
            <a:r>
              <a:rPr lang="en-US" b="1" dirty="0"/>
              <a:t>explicit intent</a:t>
            </a:r>
            <a:r>
              <a:rPr lang="en-US" dirty="0"/>
              <a:t> and </a:t>
            </a:r>
            <a:r>
              <a:rPr lang="en-US" b="1" dirty="0"/>
              <a:t>durable context</a:t>
            </a:r>
            <a:r>
              <a:rPr lang="en-US" dirty="0"/>
              <a:t>.</a:t>
            </a:r>
          </a:p>
          <a:p>
            <a:pPr marL="0" lvl="1" indent="0">
              <a:buFont typeface="Arial" panose="020B0604020202020204" pitchFamily="34" charset="0"/>
              <a:buNone/>
            </a:pPr>
            <a:endParaRPr lang="en-US" dirty="0"/>
          </a:p>
          <a:p>
            <a:pPr marL="0" lvl="1" indent="0">
              <a:buFont typeface="Arial" panose="020B0604020202020204" pitchFamily="34" charset="0"/>
              <a:buNone/>
            </a:pPr>
            <a:r>
              <a:rPr lang="en-US" b="1" dirty="0"/>
              <a:t>Don’t forget about Test-Driven Development</a:t>
            </a:r>
          </a:p>
          <a:p>
            <a:pPr marL="0" indent="0">
              <a:spcBef>
                <a:spcPts val="2500"/>
              </a:spcBef>
              <a:buFont typeface="Arial" panose="020B0604020202020204" pitchFamily="34" charset="0"/>
              <a:buNone/>
            </a:pPr>
            <a:r>
              <a:rPr lang="en-US" b="1" dirty="0"/>
              <a:t>Incremental Adoption Tools</a:t>
            </a:r>
          </a:p>
          <a:p>
            <a:pPr marL="0" lvl="1" indent="0">
              <a:buFont typeface="Arial" panose="020B0604020202020204" pitchFamily="34" charset="0"/>
              <a:buNone/>
            </a:pPr>
            <a:r>
              <a:rPr lang="en-US" dirty="0"/>
              <a:t>Tools like </a:t>
            </a:r>
            <a:r>
              <a:rPr lang="en-US" dirty="0" err="1"/>
              <a:t>OpenSpec</a:t>
            </a:r>
            <a:r>
              <a:rPr lang="en-US" dirty="0"/>
              <a:t> and BMAD enable incremental, pragmatic adoption of Spec-Driven Development for teams of varying sizes.</a:t>
            </a:r>
          </a:p>
        </p:txBody>
      </p:sp>
      <p:sp>
        <p:nvSpPr>
          <p:cNvPr id="10" name="Text Placeholder 4">
            <a:extLst>
              <a:ext uri="{FF2B5EF4-FFF2-40B4-BE49-F238E27FC236}">
                <a16:creationId xmlns:a16="http://schemas.microsoft.com/office/drawing/2014/main" id="{29A90647-3A4D-CD9E-1BEC-15EFE0204512}"/>
              </a:ext>
            </a:extLst>
          </p:cNvPr>
          <p:cNvSpPr>
            <a:spLocks noGrp="1"/>
          </p:cNvSpPr>
          <p:nvPr>
            <p:ph type="body" sz="quarter" idx="13"/>
          </p:nvPr>
        </p:nvSpPr>
        <p:spPr>
          <a:xfrm>
            <a:off x="468313" y="1211263"/>
            <a:ext cx="11206162" cy="423862"/>
          </a:xfrm>
        </p:spPr>
        <p:txBody>
          <a:bodyPr/>
          <a:lstStyle/>
          <a:p>
            <a:endParaRPr lang="en-US"/>
          </a:p>
        </p:txBody>
      </p:sp>
    </p:spTree>
    <p:extLst>
      <p:ext uri="{BB962C8B-B14F-4D97-AF65-F5344CB8AC3E}">
        <p14:creationId xmlns:p14="http://schemas.microsoft.com/office/powerpoint/2010/main" val="20035058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91CBF-F4B3-BD25-8D32-4935F07795BD}"/>
              </a:ext>
            </a:extLst>
          </p:cNvPr>
          <p:cNvSpPr>
            <a:spLocks noGrp="1"/>
          </p:cNvSpPr>
          <p:nvPr>
            <p:ph type="title"/>
          </p:nvPr>
        </p:nvSpPr>
        <p:spPr>
          <a:xfrm>
            <a:off x="468489" y="434446"/>
            <a:ext cx="11255022" cy="667808"/>
          </a:xfrm>
        </p:spPr>
        <p:txBody>
          <a:bodyPr anchor="b">
            <a:normAutofit/>
          </a:bodyPr>
          <a:lstStyle/>
          <a:p>
            <a:r>
              <a:rPr lang="en-US" dirty="0"/>
              <a:t>BMAD as Team-Scale SDD</a:t>
            </a:r>
          </a:p>
        </p:txBody>
      </p:sp>
      <p:pic>
        <p:nvPicPr>
          <p:cNvPr id="8" name="Picture 7" descr="BMAD METHOD&#10;&#10;AI-generated content may be incorrect.">
            <a:extLst>
              <a:ext uri="{FF2B5EF4-FFF2-40B4-BE49-F238E27FC236}">
                <a16:creationId xmlns:a16="http://schemas.microsoft.com/office/drawing/2014/main" id="{CCA46C2F-1358-8BC2-A731-2290D1CE633D}"/>
              </a:ext>
            </a:extLst>
          </p:cNvPr>
          <p:cNvPicPr>
            <a:picLocks noChangeAspect="1"/>
          </p:cNvPicPr>
          <p:nvPr/>
        </p:nvPicPr>
        <p:blipFill>
          <a:blip r:embed="rId3"/>
          <a:stretch>
            <a:fillRect/>
          </a:stretch>
        </p:blipFill>
        <p:spPr>
          <a:xfrm>
            <a:off x="468489" y="2040799"/>
            <a:ext cx="5394960" cy="3601135"/>
          </a:xfrm>
          <a:prstGeom prst="rect">
            <a:avLst/>
          </a:prstGeom>
          <a:noFill/>
        </p:spPr>
      </p:pic>
      <p:sp>
        <p:nvSpPr>
          <p:cNvPr id="4" name="Content Placeholder 3">
            <a:extLst>
              <a:ext uri="{FF2B5EF4-FFF2-40B4-BE49-F238E27FC236}">
                <a16:creationId xmlns:a16="http://schemas.microsoft.com/office/drawing/2014/main" id="{A61A3B7D-5E51-C0E8-C78F-775F7A2471E7}"/>
              </a:ext>
            </a:extLst>
          </p:cNvPr>
          <p:cNvSpPr>
            <a:spLocks noGrp="1"/>
          </p:cNvSpPr>
          <p:nvPr>
            <p:ph sz="quarter" idx="1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279197" y="1743240"/>
            <a:ext cx="5394960" cy="4194467"/>
          </a:xfrm>
        </p:spPr>
        <p:txBody>
          <a:bodyPr>
            <a:normAutofit/>
          </a:bodyPr>
          <a:lstStyle/>
          <a:p>
            <a:pPr marL="0" indent="0">
              <a:spcBef>
                <a:spcPts val="2500"/>
              </a:spcBef>
              <a:buFont typeface="Arial" panose="020B0604020202020204" pitchFamily="34" charset="0"/>
              <a:buNone/>
            </a:pPr>
            <a:r>
              <a:rPr lang="en-US" b="1"/>
              <a:t>Role-Based Collaboration</a:t>
            </a:r>
          </a:p>
          <a:p>
            <a:pPr marL="0" lvl="1" indent="0">
              <a:buFont typeface="Arial" panose="020B0604020202020204" pitchFamily="34" charset="0"/>
              <a:buNone/>
            </a:pPr>
            <a:r>
              <a:rPr lang="en-US"/>
              <a:t>BMAD uses specialized AI agents mirroring agile roles to collaborate with humans on core development artifacts.</a:t>
            </a:r>
          </a:p>
          <a:p>
            <a:pPr marL="0" indent="0">
              <a:spcBef>
                <a:spcPts val="2500"/>
              </a:spcBef>
              <a:buFont typeface="Arial" panose="020B0604020202020204" pitchFamily="34" charset="0"/>
              <a:buNone/>
            </a:pPr>
            <a:r>
              <a:rPr lang="en-US" b="1"/>
              <a:t>Context Preservation</a:t>
            </a:r>
          </a:p>
          <a:p>
            <a:pPr marL="0" lvl="1" indent="0">
              <a:buFont typeface="Arial" panose="020B0604020202020204" pitchFamily="34" charset="0"/>
              <a:buNone/>
            </a:pPr>
            <a:r>
              <a:rPr lang="en-US"/>
              <a:t>BMAD preserves context across development phases, reducing rework and improving predictability in AI-driven workflows.</a:t>
            </a:r>
          </a:p>
          <a:p>
            <a:pPr marL="0" indent="0">
              <a:spcBef>
                <a:spcPts val="2500"/>
              </a:spcBef>
              <a:buFont typeface="Arial" panose="020B0604020202020204" pitchFamily="34" charset="0"/>
              <a:buNone/>
            </a:pPr>
            <a:r>
              <a:rPr lang="en-US" b="1"/>
              <a:t>Scalable Spec-Driven Development</a:t>
            </a:r>
          </a:p>
          <a:p>
            <a:pPr marL="0" lvl="1" indent="0">
              <a:buFont typeface="Arial" panose="020B0604020202020204" pitchFamily="34" charset="0"/>
              <a:buNone/>
            </a:pPr>
            <a:r>
              <a:rPr lang="en-US"/>
              <a:t>BMAD scales Spec-Driven Development from individual use to team-scale for multi-contributor production systems.</a:t>
            </a:r>
          </a:p>
        </p:txBody>
      </p:sp>
      <p:sp>
        <p:nvSpPr>
          <p:cNvPr id="10" name="Text Placeholder 4">
            <a:extLst>
              <a:ext uri="{FF2B5EF4-FFF2-40B4-BE49-F238E27FC236}">
                <a16:creationId xmlns:a16="http://schemas.microsoft.com/office/drawing/2014/main" id="{146448E1-30E9-44FB-8B77-5068DCFED114}"/>
              </a:ext>
            </a:extLst>
          </p:cNvPr>
          <p:cNvSpPr>
            <a:spLocks noGrp="1"/>
          </p:cNvSpPr>
          <p:nvPr>
            <p:ph type="body" sz="quarter" idx="13"/>
          </p:nvPr>
        </p:nvSpPr>
        <p:spPr>
          <a:xfrm>
            <a:off x="468313" y="1211263"/>
            <a:ext cx="11206162" cy="423862"/>
          </a:xfrm>
        </p:spPr>
        <p:txBody>
          <a:bodyPr>
            <a:normAutofit/>
          </a:bodyPr>
          <a:lstStyle/>
          <a:p>
            <a:r>
              <a:rPr lang="en-US" u="sng" dirty="0"/>
              <a:t>B</a:t>
            </a:r>
            <a:r>
              <a:rPr lang="en-US" dirty="0"/>
              <a:t>uild </a:t>
            </a:r>
            <a:r>
              <a:rPr lang="en-US" u="sng" dirty="0"/>
              <a:t>M</a:t>
            </a:r>
            <a:r>
              <a:rPr lang="en-US" dirty="0"/>
              <a:t>ore </a:t>
            </a:r>
            <a:r>
              <a:rPr lang="en-US" u="sng" dirty="0"/>
              <a:t>A</a:t>
            </a:r>
            <a:r>
              <a:rPr lang="en-US" dirty="0"/>
              <a:t>rchitect </a:t>
            </a:r>
            <a:r>
              <a:rPr lang="en-US" u="sng" dirty="0"/>
              <a:t>D</a:t>
            </a:r>
            <a:r>
              <a:rPr lang="en-US" dirty="0"/>
              <a:t>reams</a:t>
            </a:r>
          </a:p>
        </p:txBody>
      </p:sp>
      <p:sp>
        <p:nvSpPr>
          <p:cNvPr id="5" name="TextBox 4">
            <a:hlinkClick r:id="rId4"/>
            <a:extLst>
              <a:ext uri="{FF2B5EF4-FFF2-40B4-BE49-F238E27FC236}">
                <a16:creationId xmlns:a16="http://schemas.microsoft.com/office/drawing/2014/main" id="{4214C52E-AB25-9A36-7789-883C369E256D}"/>
              </a:ext>
            </a:extLst>
          </p:cNvPr>
          <p:cNvSpPr txBox="1"/>
          <p:nvPr/>
        </p:nvSpPr>
        <p:spPr>
          <a:xfrm>
            <a:off x="6275387" y="4572000"/>
            <a:ext cx="6097904" cy="369332"/>
          </a:xfrm>
          <a:prstGeom prst="rect">
            <a:avLst/>
          </a:prstGeom>
          <a:noFill/>
        </p:spPr>
        <p:txBody>
          <a:bodyPr wrap="square">
            <a:spAutoFit/>
          </a:bodyPr>
          <a:lstStyle/>
          <a:p>
            <a:r>
              <a:rPr lang="en-US" dirty="0">
                <a:hlinkClick r:id="rId4"/>
              </a:rPr>
              <a:t>https://docs.bmad-method.org/</a:t>
            </a:r>
            <a:endParaRPr lang="en-US" dirty="0"/>
          </a:p>
        </p:txBody>
      </p:sp>
    </p:spTree>
    <p:extLst>
      <p:ext uri="{BB962C8B-B14F-4D97-AF65-F5344CB8AC3E}">
        <p14:creationId xmlns:p14="http://schemas.microsoft.com/office/powerpoint/2010/main" val="14337554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0E7DB-210F-8C53-E590-A7EDFCB43F15}"/>
              </a:ext>
            </a:extLst>
          </p:cNvPr>
          <p:cNvSpPr>
            <a:spLocks noGrp="1"/>
          </p:cNvSpPr>
          <p:nvPr>
            <p:ph type="title"/>
          </p:nvPr>
        </p:nvSpPr>
        <p:spPr>
          <a:xfrm>
            <a:off x="468489" y="434446"/>
            <a:ext cx="11255022" cy="667808"/>
          </a:xfrm>
        </p:spPr>
        <p:txBody>
          <a:bodyPr anchor="b">
            <a:normAutofit/>
          </a:bodyPr>
          <a:lstStyle/>
          <a:p>
            <a:r>
              <a:rPr lang="en-US" dirty="0"/>
              <a:t>BMAD Agent Personas</a:t>
            </a:r>
          </a:p>
        </p:txBody>
      </p:sp>
      <p:sp>
        <p:nvSpPr>
          <p:cNvPr id="18" name="Text Placeholder 4">
            <a:extLst>
              <a:ext uri="{FF2B5EF4-FFF2-40B4-BE49-F238E27FC236}">
                <a16:creationId xmlns:a16="http://schemas.microsoft.com/office/drawing/2014/main" id="{F9724169-1127-999D-C71C-C3ACE2081272}"/>
              </a:ext>
            </a:extLst>
          </p:cNvPr>
          <p:cNvSpPr>
            <a:spLocks noGrp="1"/>
          </p:cNvSpPr>
          <p:nvPr>
            <p:ph type="body" sz="quarter" idx="13"/>
          </p:nvPr>
        </p:nvSpPr>
        <p:spPr>
          <a:xfrm>
            <a:off x="468313" y="1211263"/>
            <a:ext cx="11206162" cy="423862"/>
          </a:xfrm>
        </p:spPr>
        <p:txBody>
          <a:bodyPr/>
          <a:lstStyle/>
          <a:p>
            <a:r>
              <a:rPr lang="en-US" dirty="0"/>
              <a:t>Meet your virtual Agile Scrum team!</a:t>
            </a:r>
          </a:p>
        </p:txBody>
      </p:sp>
      <p:graphicFrame>
        <p:nvGraphicFramePr>
          <p:cNvPr id="11" name="Diagram 10">
            <a:extLst>
              <a:ext uri="{FF2B5EF4-FFF2-40B4-BE49-F238E27FC236}">
                <a16:creationId xmlns:a16="http://schemas.microsoft.com/office/drawing/2014/main" id="{5E982A0D-C22E-1891-14C6-B310ABDED8B0}"/>
              </a:ext>
            </a:extLst>
          </p:cNvPr>
          <p:cNvGraphicFramePr/>
          <p:nvPr>
            <p:extLst>
              <p:ext uri="{D42A27DB-BD31-4B8C-83A1-F6EECF244321}">
                <p14:modId xmlns:p14="http://schemas.microsoft.com/office/powerpoint/2010/main" val="1675510381"/>
              </p:ext>
            </p:extLst>
          </p:nvPr>
        </p:nvGraphicFramePr>
        <p:xfrm>
          <a:off x="6279197" y="2043113"/>
          <a:ext cx="5394960" cy="389459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2" name="Content Placeholder 11" descr="BMAD METHOD&#10;&#10;AI-generated content may be incorrect.">
            <a:extLst>
              <a:ext uri="{FF2B5EF4-FFF2-40B4-BE49-F238E27FC236}">
                <a16:creationId xmlns:a16="http://schemas.microsoft.com/office/drawing/2014/main" id="{39E794B7-7E81-B709-348C-C0303FE0B46D}"/>
              </a:ext>
            </a:extLst>
          </p:cNvPr>
          <p:cNvPicPr>
            <a:picLocks noGrp="1" noChangeAspect="1"/>
          </p:cNvPicPr>
          <p:nvPr>
            <p:ph sz="quarter" idx="11"/>
          </p:nvPr>
        </p:nvPicPr>
        <p:blipFill>
          <a:blip r:embed="rId8"/>
          <a:stretch>
            <a:fillRect/>
          </a:stretch>
        </p:blipFill>
        <p:spPr>
          <a:xfrm>
            <a:off x="468313" y="2043113"/>
            <a:ext cx="5395912" cy="3597274"/>
          </a:xfrm>
          <a:prstGeom prst="rect">
            <a:avLst/>
          </a:prstGeom>
          <a:noFill/>
        </p:spPr>
      </p:pic>
      <p:sp>
        <p:nvSpPr>
          <p:cNvPr id="4" name="TextBox 3">
            <a:extLst>
              <a:ext uri="{FF2B5EF4-FFF2-40B4-BE49-F238E27FC236}">
                <a16:creationId xmlns:a16="http://schemas.microsoft.com/office/drawing/2014/main" id="{F6FDD0E8-E660-FA67-D297-1E7C084F7F3B}"/>
              </a:ext>
            </a:extLst>
          </p:cNvPr>
          <p:cNvSpPr txBox="1"/>
          <p:nvPr/>
        </p:nvSpPr>
        <p:spPr>
          <a:xfrm>
            <a:off x="468313" y="5747623"/>
            <a:ext cx="5395912" cy="369332"/>
          </a:xfrm>
          <a:prstGeom prst="rect">
            <a:avLst/>
          </a:prstGeom>
          <a:noFill/>
        </p:spPr>
        <p:txBody>
          <a:bodyPr wrap="square">
            <a:spAutoFit/>
          </a:bodyPr>
          <a:lstStyle/>
          <a:p>
            <a:r>
              <a:rPr lang="en-US" dirty="0">
                <a:hlinkClick r:id="rId9"/>
              </a:rPr>
              <a:t>https://docs.bmad-method.org/reference/agents/</a:t>
            </a:r>
            <a:endParaRPr lang="en-US" dirty="0"/>
          </a:p>
        </p:txBody>
      </p:sp>
    </p:spTree>
    <p:extLst>
      <p:ext uri="{BB962C8B-B14F-4D97-AF65-F5344CB8AC3E}">
        <p14:creationId xmlns:p14="http://schemas.microsoft.com/office/powerpoint/2010/main" val="2294463013"/>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924AF-25A3-E57A-3975-81138CC2E2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E78E05-C9B3-A1AF-02F5-F4CA1ADAAA35}"/>
              </a:ext>
            </a:extLst>
          </p:cNvPr>
          <p:cNvSpPr>
            <a:spLocks noGrp="1"/>
          </p:cNvSpPr>
          <p:nvPr>
            <p:ph type="title"/>
          </p:nvPr>
        </p:nvSpPr>
        <p:spPr>
          <a:xfrm>
            <a:off x="468489" y="434446"/>
            <a:ext cx="11255022" cy="667808"/>
          </a:xfrm>
        </p:spPr>
        <p:txBody>
          <a:bodyPr anchor="b">
            <a:normAutofit/>
          </a:bodyPr>
          <a:lstStyle/>
          <a:p>
            <a:r>
              <a:rPr lang="en-US"/>
              <a:t>BMAD Workflow at a Glance</a:t>
            </a:r>
          </a:p>
        </p:txBody>
      </p:sp>
      <p:sp>
        <p:nvSpPr>
          <p:cNvPr id="10" name="Text Placeholder 4">
            <a:extLst>
              <a:ext uri="{FF2B5EF4-FFF2-40B4-BE49-F238E27FC236}">
                <a16:creationId xmlns:a16="http://schemas.microsoft.com/office/drawing/2014/main" id="{46775E68-BC06-8174-A311-EED5A6ADCB2C}"/>
              </a:ext>
            </a:extLst>
          </p:cNvPr>
          <p:cNvSpPr>
            <a:spLocks noGrp="1"/>
          </p:cNvSpPr>
          <p:nvPr>
            <p:ph type="body" sz="quarter" idx="13"/>
          </p:nvPr>
        </p:nvSpPr>
        <p:spPr>
          <a:xfrm>
            <a:off x="468313" y="1211263"/>
            <a:ext cx="11206162" cy="423862"/>
          </a:xfrm>
        </p:spPr>
        <p:txBody>
          <a:bodyPr/>
          <a:lstStyle/>
          <a:p>
            <a:endParaRPr lang="en-US" dirty="0"/>
          </a:p>
        </p:txBody>
      </p:sp>
      <p:graphicFrame>
        <p:nvGraphicFramePr>
          <p:cNvPr id="9" name="Diagram 8">
            <a:extLst>
              <a:ext uri="{FF2B5EF4-FFF2-40B4-BE49-F238E27FC236}">
                <a16:creationId xmlns:a16="http://schemas.microsoft.com/office/drawing/2014/main" id="{3EB687A7-1D8F-4EE0-3D4B-2AB94CDA1AF4}"/>
              </a:ext>
            </a:extLst>
          </p:cNvPr>
          <p:cNvGraphicFramePr/>
          <p:nvPr>
            <p:extLst>
              <p:ext uri="{D42A27DB-BD31-4B8C-83A1-F6EECF244321}">
                <p14:modId xmlns:p14="http://schemas.microsoft.com/office/powerpoint/2010/main" val="94511403"/>
              </p:ext>
            </p:extLst>
          </p:nvPr>
        </p:nvGraphicFramePr>
        <p:xfrm>
          <a:off x="468312" y="1744134"/>
          <a:ext cx="11206161" cy="390260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423B9A63-E062-D7AA-1AF3-891D5459D70A}"/>
              </a:ext>
            </a:extLst>
          </p:cNvPr>
          <p:cNvSpPr txBox="1"/>
          <p:nvPr/>
        </p:nvSpPr>
        <p:spPr>
          <a:xfrm>
            <a:off x="468312" y="4876800"/>
            <a:ext cx="6097904" cy="369332"/>
          </a:xfrm>
          <a:prstGeom prst="rect">
            <a:avLst/>
          </a:prstGeom>
          <a:noFill/>
        </p:spPr>
        <p:txBody>
          <a:bodyPr wrap="square">
            <a:spAutoFit/>
          </a:bodyPr>
          <a:lstStyle/>
          <a:p>
            <a:r>
              <a:rPr lang="en-US" dirty="0">
                <a:hlinkClick r:id="rId8"/>
              </a:rPr>
              <a:t>https://docs.bmad-method.org/reference/workflow-map/</a:t>
            </a:r>
            <a:endParaRPr lang="en-US" dirty="0"/>
          </a:p>
        </p:txBody>
      </p:sp>
    </p:spTree>
    <p:extLst>
      <p:ext uri="{BB962C8B-B14F-4D97-AF65-F5344CB8AC3E}">
        <p14:creationId xmlns:p14="http://schemas.microsoft.com/office/powerpoint/2010/main" val="2324550196"/>
      </p:ext>
    </p:extLst>
  </p:cSld>
  <p:clrMapOvr>
    <a:masterClrMapping/>
  </p:clrMapOvr>
  <p:transition>
    <p:fade/>
  </p:transition>
</p:sld>
</file>

<file path=ppt/theme/theme1.xml><?xml version="1.0" encoding="utf-8"?>
<a:theme xmlns:a="http://schemas.openxmlformats.org/drawingml/2006/main" name="Intro to AI for Dev">
  <a:themeElements>
    <a:clrScheme name="Custom 1">
      <a:dk1>
        <a:srgbClr val="000000"/>
      </a:dk1>
      <a:lt1>
        <a:srgbClr val="FFFFFF"/>
      </a:lt1>
      <a:dk2>
        <a:srgbClr val="44546A"/>
      </a:dk2>
      <a:lt2>
        <a:srgbClr val="E7E6E6"/>
      </a:lt2>
      <a:accent1>
        <a:srgbClr val="4597D3"/>
      </a:accent1>
      <a:accent2>
        <a:srgbClr val="005596"/>
      </a:accent2>
      <a:accent3>
        <a:srgbClr val="FF9300"/>
      </a:accent3>
      <a:accent4>
        <a:srgbClr val="5BC2A7"/>
      </a:accent4>
      <a:accent5>
        <a:srgbClr val="606060"/>
      </a:accent5>
      <a:accent6>
        <a:srgbClr val="F5BB41"/>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O-WIDE (v4)" id="{DF483C8F-CF80-7242-8FCF-8ECFE68ED3C5}" vid="{A8583E8F-957C-D247-A736-2E1616B28EA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DF10072-02C4-49CD-A62E-A2D45571E05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EA42C18-4C38-43BB-8CE3-C963EDA9CBB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0DE0AE46-2EED-447A-8B24-DFD65B70D448}">
  <ds:schemaRefs>
    <ds:schemaRef ds:uri="http://schemas.microsoft.com/sharepoint/v3/contenttype/forms"/>
  </ds:schemaRefs>
</ds:datastoreItem>
</file>

<file path=docMetadata/LabelInfo.xml><?xml version="1.0" encoding="utf-8"?>
<clbl:labelList xmlns:clbl="http://schemas.microsoft.com/office/2020/mipLabelMetadata">
</clbl:labelList>
</file>

<file path=docProps/app.xml><?xml version="1.0" encoding="utf-8"?>
<Properties xmlns="http://schemas.openxmlformats.org/officeDocument/2006/extended-properties" xmlns:vt="http://schemas.openxmlformats.org/officeDocument/2006/docPropsVTypes">
  <Template>Intro to AI for Dev</Template>
  <TotalTime>2025</TotalTime>
  <Words>4098</Words>
  <Application>Microsoft Office PowerPoint</Application>
  <PresentationFormat>Widescreen</PresentationFormat>
  <Paragraphs>341</Paragraphs>
  <Slides>16</Slides>
  <Notes>16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16</vt:i4>
      </vt:variant>
    </vt:vector>
  </HeadingPairs>
  <TitlesOfParts>
    <vt:vector size="27" baseType="lpstr">
      <vt:lpstr>Aptos</vt:lpstr>
      <vt:lpstr>Arial</vt:lpstr>
      <vt:lpstr>Calibri</vt:lpstr>
      <vt:lpstr>Century Gothic</vt:lpstr>
      <vt:lpstr>Khula Regular</vt:lpstr>
      <vt:lpstr>Khula SemiBold</vt:lpstr>
      <vt:lpstr>Poppins</vt:lpstr>
      <vt:lpstr>Poppins Medium</vt:lpstr>
      <vt:lpstr>Poppins SemiBold</vt:lpstr>
      <vt:lpstr>Segoe UI</vt:lpstr>
      <vt:lpstr>Intro to AI for Dev</vt:lpstr>
      <vt:lpstr>Spec-Driven Development: Moving Beyond Vibe Coding</vt:lpstr>
      <vt:lpstr>Ground Rules </vt:lpstr>
      <vt:lpstr>PowerPoint Presentation</vt:lpstr>
      <vt:lpstr>Class Agenda</vt:lpstr>
      <vt:lpstr>What Is Vibe Coding?</vt:lpstr>
      <vt:lpstr>Where Vibe Coding Breaks Down</vt:lpstr>
      <vt:lpstr>What Is Spec-Driven Development (SDD)?</vt:lpstr>
      <vt:lpstr>What Makes a Good AI-Ready Spec</vt:lpstr>
      <vt:lpstr>Test‑Driven Development (TDD) as a Guardrail for SDD</vt:lpstr>
      <vt:lpstr>OpenSpec as Lightweight SDD</vt:lpstr>
      <vt:lpstr>OpenSpec Workflow (DEMO)</vt:lpstr>
      <vt:lpstr>OpenSpec Group Lab (30 Minutes)</vt:lpstr>
      <vt:lpstr>Key Takeaways and Next Steps</vt:lpstr>
      <vt:lpstr>BMAD as Team-Scale SDD</vt:lpstr>
      <vt:lpstr>BMAD Agent Personas</vt:lpstr>
      <vt:lpstr>BMAD Workflow at a Glance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Glisson</dc:creator>
  <cp:lastModifiedBy>John Glisson</cp:lastModifiedBy>
  <cp:revision>64</cp:revision>
  <dcterms:created xsi:type="dcterms:W3CDTF">2025-08-04T03:17:32Z</dcterms:created>
  <dcterms:modified xsi:type="dcterms:W3CDTF">2026-10-16T12:07:41Z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